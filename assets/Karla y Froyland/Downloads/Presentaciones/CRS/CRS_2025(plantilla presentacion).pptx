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8" r:id="rId6"/>
    <p:sldId id="263" r:id="rId7"/>
    <p:sldId id="265" r:id="rId8"/>
    <p:sldId id="266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780"/>
    <a:srgbClr val="0A4CE8"/>
    <a:srgbClr val="0AC2F3"/>
    <a:srgbClr val="9E9E9E"/>
    <a:srgbClr val="C1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5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DDE20-57E8-416F-CCEA-C87EAAC96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B9AD3E-F152-F383-11D6-9E6C8EC4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2E09C-5933-4D03-D841-D53EE927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8EDFA-D687-9E3E-F36A-76A1CE89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01BD7A-CCA3-9CB6-E38C-632E320C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4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A54CA-3C21-5B73-3A0D-942E9263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80A37-2FC4-B868-49CF-E37DC1E36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33A4DE-D7E9-A10F-0B62-73CA9A76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B2C078-FFF4-6351-DD1A-25FFCC3A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6837A-2DE3-81D3-9220-B381ECFA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0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F7B4F-98A5-DD0F-BBBC-97B10799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1DE4D8-8B6E-12F8-EBDC-C75DEC6F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375DA-C4DD-16C9-C89C-F150FE6A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7F40E8-F4AC-3BFE-3865-1F86B992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477C8-3AE9-485F-3D77-41095421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D285F-63F8-E4E9-BB84-000A825E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7383E1-5B9F-FB9A-085D-AAC21BA17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B32BC8-92AA-DF28-A88A-E7762C2B9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E2ACE9-4DCA-DE18-B838-F105CD8A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52130D-17E6-267E-796A-3564419D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DE1D1B-4478-10F1-DDBF-1E20D4A2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D6B59-C98E-5FCB-8F32-D285A0A3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A0768E-812B-9362-A801-B24680E35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D89C60-08BF-ABFD-2C10-36776893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E64EEA-F32F-BC3B-4D40-F445ECB25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FDF3FE-1FAA-69FA-12DF-1912152C2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37E800-8A79-77EC-923C-C87CE129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49395A-C633-4393-C26F-5A9046B2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E5E954-257B-E3CC-1A97-AC7D3D4A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1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BFD23-FF75-26DE-336A-56481DFE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E63719-3187-0600-BB5B-CCFC40DF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B17C06-4823-616F-F890-53F11B5B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227FA4-DD33-3B8A-A228-7FEDB3F8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4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C93D0D-C681-A71F-7E0B-E8CB0365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78817C-7341-F8DD-D95E-D919DB60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901935-C458-9BB7-27EE-BFE948DF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7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45A08-37FB-8984-237E-52A148751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31168-B752-5F1D-2D96-5F3EFE33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955B26-BFE0-3C3D-1042-6ABFA5CA1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9F78A5-2A29-FF59-5258-AD244BD4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3A51BF-FE0F-427F-4166-F4BB0DF4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983E1A-61C9-1495-0157-E7E21667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2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8CABD-85DC-A1CD-CE54-01F206CA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A59F30-A4A4-3DC2-283D-19A3239B2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8CBFB-61C9-5238-156A-1168383F3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65D168-E396-AB61-A008-56743EA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33FFD7-AF2C-DF3B-D4F7-5B661DD1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E03F93-9C33-D6DA-EA21-0FB3C66C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0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93D4A-1D75-FE72-9899-769D9FCB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C12FC9-5BB3-4920-E1AE-9DAB09AA0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421256-748B-CFE2-3547-A31DDF466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24F6BE-2B96-0EE6-993D-58A74E33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7D498-E5A2-589C-06FD-F6333FCC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8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BA0AA9-FA76-C020-4EB1-FB917F7CD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854C1C-7271-4F79-C1E7-55BB62255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4DEE7-0916-FC64-6B9D-3D44D07C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D8B7FB-41BD-6928-73E9-8EAE741C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6DE05-5655-019A-12BB-D357309B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9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7E651D-724D-306F-0D0B-D518E70B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3223F8-47FC-B45F-CE1B-A905B50A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4983F-6334-78AA-0A2B-81D723F0D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65001-53F5-41B1-829B-A54BDAA7EE6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455B25-F4E3-B7A8-42AC-A4500B6FB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3F02F4-F4C7-3BC1-0984-2BE8654D7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99257-4817-4FBB-BA44-0E634384BF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7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FF3CDFFD-9705-668D-5BBD-F111BE8A6683}"/>
              </a:ext>
            </a:extLst>
          </p:cNvPr>
          <p:cNvGrpSpPr/>
          <p:nvPr/>
        </p:nvGrpSpPr>
        <p:grpSpPr>
          <a:xfrm>
            <a:off x="3229670" y="1958158"/>
            <a:ext cx="5732660" cy="2941685"/>
            <a:chOff x="3001819" y="1685609"/>
            <a:chExt cx="5732660" cy="2941685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5689242-690E-2162-4876-BC5EB9AE7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986" y="1685609"/>
              <a:ext cx="4110327" cy="2430420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34CA396-3388-C196-BA88-D75EBEE0B4DF}"/>
                </a:ext>
              </a:extLst>
            </p:cNvPr>
            <p:cNvSpPr txBox="1"/>
            <p:nvPr/>
          </p:nvSpPr>
          <p:spPr>
            <a:xfrm>
              <a:off x="3001819" y="4257962"/>
              <a:ext cx="5732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noProof="0" dirty="0">
                  <a:solidFill>
                    <a:srgbClr val="0AC2F3"/>
                  </a:solidFill>
                  <a:latin typeface="Century Gothic" panose="020B0502020202020204" pitchFamily="34" charset="0"/>
                </a:rPr>
                <a:t>Transformación Inteligente para un Mundo Digital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59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70FC-BCE1-81D6-7AA0-46DE3A57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6BCD031-F0AB-AC62-6A28-95C260039333}"/>
              </a:ext>
            </a:extLst>
          </p:cNvPr>
          <p:cNvSpPr txBox="1"/>
          <p:nvPr/>
        </p:nvSpPr>
        <p:spPr>
          <a:xfrm>
            <a:off x="506996" y="350982"/>
            <a:ext cx="20329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Nosotros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B5EB878-69E6-1FC4-7C41-97930AE9E602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2198255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05CD4D5-B4D1-BF3D-17CB-8C99D42EAF86}"/>
              </a:ext>
            </a:extLst>
          </p:cNvPr>
          <p:cNvSpPr txBox="1"/>
          <p:nvPr/>
        </p:nvSpPr>
        <p:spPr>
          <a:xfrm>
            <a:off x="1925782" y="3796146"/>
            <a:ext cx="8340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rgbClr val="9E9E9E"/>
                </a:solidFill>
                <a:latin typeface="Century Gothic" panose="020B0502020202020204" pitchFamily="34" charset="0"/>
              </a:rPr>
              <a:t>Desarrollamos fuerzas de trabajo digitales equipadas con inteligencia artificial y habilidades colaborativas, diseñadas para integrarse y potenciar el desempeño de equipos humanos, optimizando procesos y resultados de manera efectiva.</a:t>
            </a:r>
            <a:endParaRPr lang="en-US" sz="1600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B6B362C-D92A-35C0-FE31-84B6608C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498" y="1551661"/>
            <a:ext cx="2103005" cy="2099613"/>
          </a:xfrm>
          <a:prstGeom prst="rect">
            <a:avLst/>
          </a:prstGeom>
        </p:spPr>
      </p:pic>
      <p:grpSp>
        <p:nvGrpSpPr>
          <p:cNvPr id="76" name="Grupo 75">
            <a:extLst>
              <a:ext uri="{FF2B5EF4-FFF2-40B4-BE49-F238E27FC236}">
                <a16:creationId xmlns:a16="http://schemas.microsoft.com/office/drawing/2014/main" id="{8C380095-2E0B-F9FB-0A4C-071A54CF044A}"/>
              </a:ext>
            </a:extLst>
          </p:cNvPr>
          <p:cNvGrpSpPr/>
          <p:nvPr/>
        </p:nvGrpSpPr>
        <p:grpSpPr>
          <a:xfrm>
            <a:off x="1140182" y="5007133"/>
            <a:ext cx="9911636" cy="955110"/>
            <a:chOff x="1184966" y="5016369"/>
            <a:chExt cx="9911636" cy="955110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F43982C3-572B-5AE8-C867-4F7122F558B0}"/>
                </a:ext>
              </a:extLst>
            </p:cNvPr>
            <p:cNvGrpSpPr/>
            <p:nvPr/>
          </p:nvGrpSpPr>
          <p:grpSpPr>
            <a:xfrm>
              <a:off x="1184966" y="5017027"/>
              <a:ext cx="1259447" cy="954452"/>
              <a:chOff x="1184966" y="5017027"/>
              <a:chExt cx="1259447" cy="954452"/>
            </a:xfrm>
          </p:grpSpPr>
          <p:grpSp>
            <p:nvGrpSpPr>
              <p:cNvPr id="13" name="Gráfico 10">
                <a:extLst>
                  <a:ext uri="{FF2B5EF4-FFF2-40B4-BE49-F238E27FC236}">
                    <a16:creationId xmlns:a16="http://schemas.microsoft.com/office/drawing/2014/main" id="{00920AF2-911B-E83A-36F6-9FDC3112F76E}"/>
                  </a:ext>
                </a:extLst>
              </p:cNvPr>
              <p:cNvGrpSpPr/>
              <p:nvPr/>
            </p:nvGrpSpPr>
            <p:grpSpPr>
              <a:xfrm>
                <a:off x="1588655" y="5017027"/>
                <a:ext cx="578623" cy="578623"/>
                <a:chOff x="1588655" y="5017027"/>
                <a:chExt cx="578623" cy="578623"/>
              </a:xfrm>
              <a:solidFill>
                <a:srgbClr val="0AC2F3"/>
              </a:solidFill>
            </p:grpSpPr>
            <p:sp>
              <p:nvSpPr>
                <p:cNvPr id="14" name="Forma libre: forma 13">
                  <a:extLst>
                    <a:ext uri="{FF2B5EF4-FFF2-40B4-BE49-F238E27FC236}">
                      <a16:creationId xmlns:a16="http://schemas.microsoft.com/office/drawing/2014/main" id="{81EDEAD7-22FE-83C4-E639-9EE88B8566DB}"/>
                    </a:ext>
                  </a:extLst>
                </p:cNvPr>
                <p:cNvSpPr/>
                <p:nvPr/>
              </p:nvSpPr>
              <p:spPr>
                <a:xfrm>
                  <a:off x="1759611" y="5176805"/>
                  <a:ext cx="236709" cy="258407"/>
                </a:xfrm>
                <a:custGeom>
                  <a:avLst/>
                  <a:gdLst>
                    <a:gd name="connsiteX0" fmla="*/ 118355 w 236709"/>
                    <a:gd name="connsiteY0" fmla="*/ 258408 h 258407"/>
                    <a:gd name="connsiteX1" fmla="*/ 236710 w 236709"/>
                    <a:gd name="connsiteY1" fmla="*/ 140053 h 258407"/>
                    <a:gd name="connsiteX2" fmla="*/ 118355 w 236709"/>
                    <a:gd name="connsiteY2" fmla="*/ 21698 h 258407"/>
                    <a:gd name="connsiteX3" fmla="*/ 84821 w 236709"/>
                    <a:gd name="connsiteY3" fmla="*/ 26301 h 258407"/>
                    <a:gd name="connsiteX4" fmla="*/ 75616 w 236709"/>
                    <a:gd name="connsiteY4" fmla="*/ 17096 h 258407"/>
                    <a:gd name="connsiteX5" fmla="*/ 76273 w 236709"/>
                    <a:gd name="connsiteY5" fmla="*/ 13808 h 258407"/>
                    <a:gd name="connsiteX6" fmla="*/ 62465 w 236709"/>
                    <a:gd name="connsiteY6" fmla="*/ 0 h 258407"/>
                    <a:gd name="connsiteX7" fmla="*/ 48657 w 236709"/>
                    <a:gd name="connsiteY7" fmla="*/ 13808 h 258407"/>
                    <a:gd name="connsiteX8" fmla="*/ 62465 w 236709"/>
                    <a:gd name="connsiteY8" fmla="*/ 27616 h 258407"/>
                    <a:gd name="connsiteX9" fmla="*/ 68383 w 236709"/>
                    <a:gd name="connsiteY9" fmla="*/ 26301 h 258407"/>
                    <a:gd name="connsiteX10" fmla="*/ 72985 w 236709"/>
                    <a:gd name="connsiteY10" fmla="*/ 30904 h 258407"/>
                    <a:gd name="connsiteX11" fmla="*/ 44712 w 236709"/>
                    <a:gd name="connsiteY11" fmla="*/ 47999 h 258407"/>
                    <a:gd name="connsiteX12" fmla="*/ 32219 w 236709"/>
                    <a:gd name="connsiteY12" fmla="*/ 35506 h 258407"/>
                    <a:gd name="connsiteX13" fmla="*/ 32876 w 236709"/>
                    <a:gd name="connsiteY13" fmla="*/ 32219 h 258407"/>
                    <a:gd name="connsiteX14" fmla="*/ 19068 w 236709"/>
                    <a:gd name="connsiteY14" fmla="*/ 18411 h 258407"/>
                    <a:gd name="connsiteX15" fmla="*/ 5260 w 236709"/>
                    <a:gd name="connsiteY15" fmla="*/ 32219 h 258407"/>
                    <a:gd name="connsiteX16" fmla="*/ 19068 w 236709"/>
                    <a:gd name="connsiteY16" fmla="*/ 46027 h 258407"/>
                    <a:gd name="connsiteX17" fmla="*/ 24986 w 236709"/>
                    <a:gd name="connsiteY17" fmla="*/ 44712 h 258407"/>
                    <a:gd name="connsiteX18" fmla="*/ 36164 w 236709"/>
                    <a:gd name="connsiteY18" fmla="*/ 55890 h 258407"/>
                    <a:gd name="connsiteX19" fmla="*/ 0 w 236709"/>
                    <a:gd name="connsiteY19" fmla="*/ 140053 h 258407"/>
                    <a:gd name="connsiteX20" fmla="*/ 118355 w 236709"/>
                    <a:gd name="connsiteY20" fmla="*/ 258408 h 258407"/>
                    <a:gd name="connsiteX21" fmla="*/ 183450 w 236709"/>
                    <a:gd name="connsiteY21" fmla="*/ 126245 h 258407"/>
                    <a:gd name="connsiteX22" fmla="*/ 199231 w 236709"/>
                    <a:gd name="connsiteY22" fmla="*/ 110464 h 258407"/>
                    <a:gd name="connsiteX23" fmla="*/ 215011 w 236709"/>
                    <a:gd name="connsiteY23" fmla="*/ 126245 h 258407"/>
                    <a:gd name="connsiteX24" fmla="*/ 199231 w 236709"/>
                    <a:gd name="connsiteY24" fmla="*/ 142026 h 258407"/>
                    <a:gd name="connsiteX25" fmla="*/ 183450 w 236709"/>
                    <a:gd name="connsiteY25" fmla="*/ 126245 h 258407"/>
                    <a:gd name="connsiteX26" fmla="*/ 109807 w 236709"/>
                    <a:gd name="connsiteY26" fmla="*/ 126245 h 258407"/>
                    <a:gd name="connsiteX27" fmla="*/ 125588 w 236709"/>
                    <a:gd name="connsiteY27" fmla="*/ 110464 h 258407"/>
                    <a:gd name="connsiteX28" fmla="*/ 141368 w 236709"/>
                    <a:gd name="connsiteY28" fmla="*/ 126245 h 258407"/>
                    <a:gd name="connsiteX29" fmla="*/ 125588 w 236709"/>
                    <a:gd name="connsiteY29" fmla="*/ 142026 h 258407"/>
                    <a:gd name="connsiteX30" fmla="*/ 109807 w 236709"/>
                    <a:gd name="connsiteY30" fmla="*/ 126245 h 25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6709" h="258407">
                      <a:moveTo>
                        <a:pt x="118355" y="258408"/>
                      </a:moveTo>
                      <a:cubicBezTo>
                        <a:pt x="183450" y="258408"/>
                        <a:pt x="236710" y="205148"/>
                        <a:pt x="236710" y="140053"/>
                      </a:cubicBezTo>
                      <a:cubicBezTo>
                        <a:pt x="236710" y="74958"/>
                        <a:pt x="183450" y="21698"/>
                        <a:pt x="118355" y="21698"/>
                      </a:cubicBezTo>
                      <a:cubicBezTo>
                        <a:pt x="106519" y="21698"/>
                        <a:pt x="95341" y="23671"/>
                        <a:pt x="84821" y="26301"/>
                      </a:cubicBezTo>
                      <a:cubicBezTo>
                        <a:pt x="81533" y="23013"/>
                        <a:pt x="78903" y="20383"/>
                        <a:pt x="75616" y="17096"/>
                      </a:cubicBezTo>
                      <a:cubicBezTo>
                        <a:pt x="75616" y="15781"/>
                        <a:pt x="76273" y="15123"/>
                        <a:pt x="76273" y="13808"/>
                      </a:cubicBezTo>
                      <a:cubicBezTo>
                        <a:pt x="76273" y="6575"/>
                        <a:pt x="70355" y="0"/>
                        <a:pt x="62465" y="0"/>
                      </a:cubicBezTo>
                      <a:cubicBezTo>
                        <a:pt x="55232" y="0"/>
                        <a:pt x="48657" y="5918"/>
                        <a:pt x="48657" y="13808"/>
                      </a:cubicBezTo>
                      <a:cubicBezTo>
                        <a:pt x="48657" y="21041"/>
                        <a:pt x="54575" y="27616"/>
                        <a:pt x="62465" y="27616"/>
                      </a:cubicBezTo>
                      <a:cubicBezTo>
                        <a:pt x="64438" y="27616"/>
                        <a:pt x="66410" y="26959"/>
                        <a:pt x="68383" y="26301"/>
                      </a:cubicBezTo>
                      <a:cubicBezTo>
                        <a:pt x="69698" y="27616"/>
                        <a:pt x="71670" y="28931"/>
                        <a:pt x="72985" y="30904"/>
                      </a:cubicBezTo>
                      <a:cubicBezTo>
                        <a:pt x="62465" y="35506"/>
                        <a:pt x="53260" y="41424"/>
                        <a:pt x="44712" y="47999"/>
                      </a:cubicBezTo>
                      <a:cubicBezTo>
                        <a:pt x="40767" y="44054"/>
                        <a:pt x="36821" y="39452"/>
                        <a:pt x="32219" y="35506"/>
                      </a:cubicBezTo>
                      <a:cubicBezTo>
                        <a:pt x="32219" y="34191"/>
                        <a:pt x="32876" y="33534"/>
                        <a:pt x="32876" y="32219"/>
                      </a:cubicBezTo>
                      <a:cubicBezTo>
                        <a:pt x="32876" y="24986"/>
                        <a:pt x="26959" y="18411"/>
                        <a:pt x="19068" y="18411"/>
                      </a:cubicBezTo>
                      <a:cubicBezTo>
                        <a:pt x="11835" y="18411"/>
                        <a:pt x="5260" y="24328"/>
                        <a:pt x="5260" y="32219"/>
                      </a:cubicBezTo>
                      <a:cubicBezTo>
                        <a:pt x="5260" y="39452"/>
                        <a:pt x="11178" y="46027"/>
                        <a:pt x="19068" y="46027"/>
                      </a:cubicBezTo>
                      <a:cubicBezTo>
                        <a:pt x="21041" y="46027"/>
                        <a:pt x="23013" y="45369"/>
                        <a:pt x="24986" y="44712"/>
                      </a:cubicBezTo>
                      <a:cubicBezTo>
                        <a:pt x="28931" y="47999"/>
                        <a:pt x="32876" y="51945"/>
                        <a:pt x="36164" y="55890"/>
                      </a:cubicBezTo>
                      <a:cubicBezTo>
                        <a:pt x="13151" y="77588"/>
                        <a:pt x="0" y="107177"/>
                        <a:pt x="0" y="140053"/>
                      </a:cubicBezTo>
                      <a:cubicBezTo>
                        <a:pt x="0" y="205806"/>
                        <a:pt x="53260" y="258408"/>
                        <a:pt x="118355" y="258408"/>
                      </a:cubicBezTo>
                      <a:close/>
                      <a:moveTo>
                        <a:pt x="183450" y="126245"/>
                      </a:moveTo>
                      <a:cubicBezTo>
                        <a:pt x="183450" y="117697"/>
                        <a:pt x="190683" y="110464"/>
                        <a:pt x="199231" y="110464"/>
                      </a:cubicBezTo>
                      <a:cubicBezTo>
                        <a:pt x="207778" y="110464"/>
                        <a:pt x="215011" y="117697"/>
                        <a:pt x="215011" y="126245"/>
                      </a:cubicBezTo>
                      <a:cubicBezTo>
                        <a:pt x="215011" y="134793"/>
                        <a:pt x="207778" y="142026"/>
                        <a:pt x="199231" y="142026"/>
                      </a:cubicBezTo>
                      <a:cubicBezTo>
                        <a:pt x="190025" y="142026"/>
                        <a:pt x="183450" y="134793"/>
                        <a:pt x="183450" y="126245"/>
                      </a:cubicBezTo>
                      <a:close/>
                      <a:moveTo>
                        <a:pt x="109807" y="126245"/>
                      </a:moveTo>
                      <a:cubicBezTo>
                        <a:pt x="109807" y="117697"/>
                        <a:pt x="117040" y="110464"/>
                        <a:pt x="125588" y="110464"/>
                      </a:cubicBezTo>
                      <a:cubicBezTo>
                        <a:pt x="134135" y="110464"/>
                        <a:pt x="141368" y="117697"/>
                        <a:pt x="141368" y="126245"/>
                      </a:cubicBezTo>
                      <a:cubicBezTo>
                        <a:pt x="141368" y="134793"/>
                        <a:pt x="134135" y="142026"/>
                        <a:pt x="125588" y="142026"/>
                      </a:cubicBezTo>
                      <a:cubicBezTo>
                        <a:pt x="116382" y="142026"/>
                        <a:pt x="109807" y="134793"/>
                        <a:pt x="109807" y="126245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5" name="Gráfico 10">
                  <a:extLst>
                    <a:ext uri="{FF2B5EF4-FFF2-40B4-BE49-F238E27FC236}">
                      <a16:creationId xmlns:a16="http://schemas.microsoft.com/office/drawing/2014/main" id="{CB154109-3BAE-77D8-9467-407D357A68B2}"/>
                    </a:ext>
                  </a:extLst>
                </p:cNvPr>
                <p:cNvGrpSpPr/>
                <p:nvPr/>
              </p:nvGrpSpPr>
              <p:grpSpPr>
                <a:xfrm>
                  <a:off x="1588655" y="5017027"/>
                  <a:ext cx="578623" cy="578623"/>
                  <a:chOff x="1588655" y="5017027"/>
                  <a:chExt cx="578623" cy="578623"/>
                </a:xfrm>
                <a:solidFill>
                  <a:srgbClr val="0AC2F3"/>
                </a:solidFill>
              </p:grpSpPr>
              <p:sp>
                <p:nvSpPr>
                  <p:cNvPr id="16" name="Forma libre: forma 15">
                    <a:extLst>
                      <a:ext uri="{FF2B5EF4-FFF2-40B4-BE49-F238E27FC236}">
                        <a16:creationId xmlns:a16="http://schemas.microsoft.com/office/drawing/2014/main" id="{18D043CF-0157-23E9-71FF-76FBCDA9A129}"/>
                      </a:ext>
                    </a:extLst>
                  </p:cNvPr>
                  <p:cNvSpPr/>
                  <p:nvPr/>
                </p:nvSpPr>
                <p:spPr>
                  <a:xfrm>
                    <a:off x="1588655" y="5406939"/>
                    <a:ext cx="188710" cy="188710"/>
                  </a:xfrm>
                  <a:custGeom>
                    <a:avLst/>
                    <a:gdLst>
                      <a:gd name="connsiteX0" fmla="*/ 40109 w 188710"/>
                      <a:gd name="connsiteY0" fmla="*/ 0 h 188710"/>
                      <a:gd name="connsiteX1" fmla="*/ 0 w 188710"/>
                      <a:gd name="connsiteY1" fmla="*/ 0 h 188710"/>
                      <a:gd name="connsiteX2" fmla="*/ 188710 w 188710"/>
                      <a:gd name="connsiteY2" fmla="*/ 188710 h 188710"/>
                      <a:gd name="connsiteX3" fmla="*/ 188710 w 188710"/>
                      <a:gd name="connsiteY3" fmla="*/ 148601 h 188710"/>
                      <a:gd name="connsiteX4" fmla="*/ 40109 w 188710"/>
                      <a:gd name="connsiteY4" fmla="*/ 0 h 188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8710" h="188710">
                        <a:moveTo>
                          <a:pt x="40109" y="0"/>
                        </a:moveTo>
                        <a:lnTo>
                          <a:pt x="0" y="0"/>
                        </a:lnTo>
                        <a:cubicBezTo>
                          <a:pt x="30246" y="88108"/>
                          <a:pt x="101259" y="158464"/>
                          <a:pt x="188710" y="188710"/>
                        </a:cubicBezTo>
                        <a:lnTo>
                          <a:pt x="188710" y="148601"/>
                        </a:lnTo>
                        <a:cubicBezTo>
                          <a:pt x="121642" y="121642"/>
                          <a:pt x="67725" y="67068"/>
                          <a:pt x="40109" y="0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orma libre: forma 16">
                    <a:extLst>
                      <a:ext uri="{FF2B5EF4-FFF2-40B4-BE49-F238E27FC236}">
                        <a16:creationId xmlns:a16="http://schemas.microsoft.com/office/drawing/2014/main" id="{409BA054-8319-534D-67AC-B31D146D20A4}"/>
                      </a:ext>
                    </a:extLst>
                  </p:cNvPr>
                  <p:cNvSpPr/>
                  <p:nvPr/>
                </p:nvSpPr>
                <p:spPr>
                  <a:xfrm>
                    <a:off x="1588655" y="5017027"/>
                    <a:ext cx="188710" cy="188710"/>
                  </a:xfrm>
                  <a:custGeom>
                    <a:avLst/>
                    <a:gdLst>
                      <a:gd name="connsiteX0" fmla="*/ 188710 w 188710"/>
                      <a:gd name="connsiteY0" fmla="*/ 40109 h 188710"/>
                      <a:gd name="connsiteX1" fmla="*/ 188710 w 188710"/>
                      <a:gd name="connsiteY1" fmla="*/ 0 h 188710"/>
                      <a:gd name="connsiteX2" fmla="*/ 0 w 188710"/>
                      <a:gd name="connsiteY2" fmla="*/ 188710 h 188710"/>
                      <a:gd name="connsiteX3" fmla="*/ 40109 w 188710"/>
                      <a:gd name="connsiteY3" fmla="*/ 188710 h 188710"/>
                      <a:gd name="connsiteX4" fmla="*/ 188710 w 188710"/>
                      <a:gd name="connsiteY4" fmla="*/ 40109 h 188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8710" h="188710">
                        <a:moveTo>
                          <a:pt x="188710" y="40109"/>
                        </a:moveTo>
                        <a:lnTo>
                          <a:pt x="188710" y="0"/>
                        </a:lnTo>
                        <a:cubicBezTo>
                          <a:pt x="101259" y="30246"/>
                          <a:pt x="30246" y="101259"/>
                          <a:pt x="0" y="188710"/>
                        </a:cubicBezTo>
                        <a:lnTo>
                          <a:pt x="40109" y="188710"/>
                        </a:lnTo>
                        <a:cubicBezTo>
                          <a:pt x="67725" y="121642"/>
                          <a:pt x="121642" y="67725"/>
                          <a:pt x="188710" y="40109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orma libre: forma 17">
                    <a:extLst>
                      <a:ext uri="{FF2B5EF4-FFF2-40B4-BE49-F238E27FC236}">
                        <a16:creationId xmlns:a16="http://schemas.microsoft.com/office/drawing/2014/main" id="{46411CAE-C003-1743-F6BF-A5F3E8AEFC93}"/>
                      </a:ext>
                    </a:extLst>
                  </p:cNvPr>
                  <p:cNvSpPr/>
                  <p:nvPr/>
                </p:nvSpPr>
                <p:spPr>
                  <a:xfrm>
                    <a:off x="1978568" y="5406939"/>
                    <a:ext cx="188710" cy="188710"/>
                  </a:xfrm>
                  <a:custGeom>
                    <a:avLst/>
                    <a:gdLst>
                      <a:gd name="connsiteX0" fmla="*/ 0 w 188710"/>
                      <a:gd name="connsiteY0" fmla="*/ 148601 h 188710"/>
                      <a:gd name="connsiteX1" fmla="*/ 0 w 188710"/>
                      <a:gd name="connsiteY1" fmla="*/ 188710 h 188710"/>
                      <a:gd name="connsiteX2" fmla="*/ 188710 w 188710"/>
                      <a:gd name="connsiteY2" fmla="*/ 0 h 188710"/>
                      <a:gd name="connsiteX3" fmla="*/ 148601 w 188710"/>
                      <a:gd name="connsiteY3" fmla="*/ 0 h 188710"/>
                      <a:gd name="connsiteX4" fmla="*/ 0 w 188710"/>
                      <a:gd name="connsiteY4" fmla="*/ 148601 h 188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8710" h="188710">
                        <a:moveTo>
                          <a:pt x="0" y="148601"/>
                        </a:moveTo>
                        <a:lnTo>
                          <a:pt x="0" y="188710"/>
                        </a:lnTo>
                        <a:cubicBezTo>
                          <a:pt x="88109" y="158464"/>
                          <a:pt x="158464" y="88108"/>
                          <a:pt x="188710" y="0"/>
                        </a:cubicBezTo>
                        <a:lnTo>
                          <a:pt x="148601" y="0"/>
                        </a:lnTo>
                        <a:cubicBezTo>
                          <a:pt x="121642" y="67068"/>
                          <a:pt x="67068" y="121642"/>
                          <a:pt x="0" y="148601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" name="Forma libre: forma 18">
                    <a:extLst>
                      <a:ext uri="{FF2B5EF4-FFF2-40B4-BE49-F238E27FC236}">
                        <a16:creationId xmlns:a16="http://schemas.microsoft.com/office/drawing/2014/main" id="{7F9D09AC-C5AA-CEF0-E9A3-8EA52319873C}"/>
                      </a:ext>
                    </a:extLst>
                  </p:cNvPr>
                  <p:cNvSpPr/>
                  <p:nvPr/>
                </p:nvSpPr>
                <p:spPr>
                  <a:xfrm>
                    <a:off x="1978568" y="5017027"/>
                    <a:ext cx="188710" cy="188710"/>
                  </a:xfrm>
                  <a:custGeom>
                    <a:avLst/>
                    <a:gdLst>
                      <a:gd name="connsiteX0" fmla="*/ 148601 w 188710"/>
                      <a:gd name="connsiteY0" fmla="*/ 188710 h 188710"/>
                      <a:gd name="connsiteX1" fmla="*/ 188710 w 188710"/>
                      <a:gd name="connsiteY1" fmla="*/ 188710 h 188710"/>
                      <a:gd name="connsiteX2" fmla="*/ 0 w 188710"/>
                      <a:gd name="connsiteY2" fmla="*/ 0 h 188710"/>
                      <a:gd name="connsiteX3" fmla="*/ 0 w 188710"/>
                      <a:gd name="connsiteY3" fmla="*/ 40109 h 188710"/>
                      <a:gd name="connsiteX4" fmla="*/ 148601 w 188710"/>
                      <a:gd name="connsiteY4" fmla="*/ 188710 h 188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8710" h="188710">
                        <a:moveTo>
                          <a:pt x="148601" y="188710"/>
                        </a:moveTo>
                        <a:lnTo>
                          <a:pt x="188710" y="188710"/>
                        </a:lnTo>
                        <a:cubicBezTo>
                          <a:pt x="158464" y="101259"/>
                          <a:pt x="88109" y="30246"/>
                          <a:pt x="0" y="0"/>
                        </a:cubicBezTo>
                        <a:lnTo>
                          <a:pt x="0" y="40109"/>
                        </a:lnTo>
                        <a:cubicBezTo>
                          <a:pt x="67068" y="67725"/>
                          <a:pt x="121642" y="121642"/>
                          <a:pt x="148601" y="188710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C9952BA-45B0-8407-0688-23BC372B04A8}"/>
                  </a:ext>
                </a:extLst>
              </p:cNvPr>
              <p:cNvSpPr txBox="1"/>
              <p:nvPr/>
            </p:nvSpPr>
            <p:spPr>
              <a:xfrm>
                <a:off x="1184966" y="5663702"/>
                <a:ext cx="12594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AC2F3"/>
                    </a:solidFill>
                  </a:rPr>
                  <a:t>Digital Worker</a:t>
                </a: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38C97A4-7831-9D59-005C-ECC0299C6719}"/>
                </a:ext>
              </a:extLst>
            </p:cNvPr>
            <p:cNvGrpSpPr/>
            <p:nvPr/>
          </p:nvGrpSpPr>
          <p:grpSpPr>
            <a:xfrm>
              <a:off x="2716894" y="5017027"/>
              <a:ext cx="1701748" cy="954452"/>
              <a:chOff x="2759241" y="5017027"/>
              <a:chExt cx="1701748" cy="954452"/>
            </a:xfrm>
          </p:grpSpPr>
          <p:grpSp>
            <p:nvGrpSpPr>
              <p:cNvPr id="44" name="Gráfico 10">
                <a:extLst>
                  <a:ext uri="{FF2B5EF4-FFF2-40B4-BE49-F238E27FC236}">
                    <a16:creationId xmlns:a16="http://schemas.microsoft.com/office/drawing/2014/main" id="{154FFC80-C43E-6F48-81A9-D8B325AE6945}"/>
                  </a:ext>
                </a:extLst>
              </p:cNvPr>
              <p:cNvGrpSpPr/>
              <p:nvPr/>
            </p:nvGrpSpPr>
            <p:grpSpPr>
              <a:xfrm>
                <a:off x="3285731" y="5017027"/>
                <a:ext cx="578623" cy="578623"/>
                <a:chOff x="3285731" y="5017027"/>
                <a:chExt cx="578623" cy="578623"/>
              </a:xfrm>
              <a:solidFill>
                <a:srgbClr val="0AC2F3"/>
              </a:solidFill>
            </p:grpSpPr>
            <p:grpSp>
              <p:nvGrpSpPr>
                <p:cNvPr id="45" name="Gráfico 10">
                  <a:extLst>
                    <a:ext uri="{FF2B5EF4-FFF2-40B4-BE49-F238E27FC236}">
                      <a16:creationId xmlns:a16="http://schemas.microsoft.com/office/drawing/2014/main" id="{10EFEF18-357B-4587-ADA9-A40B5B00AF97}"/>
                    </a:ext>
                  </a:extLst>
                </p:cNvPr>
                <p:cNvGrpSpPr/>
                <p:nvPr/>
              </p:nvGrpSpPr>
              <p:grpSpPr>
                <a:xfrm>
                  <a:off x="3285731" y="5017027"/>
                  <a:ext cx="578623" cy="578623"/>
                  <a:chOff x="3285731" y="5017027"/>
                  <a:chExt cx="578623" cy="578623"/>
                </a:xfrm>
                <a:solidFill>
                  <a:srgbClr val="0AC2F3"/>
                </a:solidFill>
              </p:grpSpPr>
              <p:grpSp>
                <p:nvGrpSpPr>
                  <p:cNvPr id="46" name="Gráfico 10">
                    <a:extLst>
                      <a:ext uri="{FF2B5EF4-FFF2-40B4-BE49-F238E27FC236}">
                        <a16:creationId xmlns:a16="http://schemas.microsoft.com/office/drawing/2014/main" id="{55C3010F-2153-586B-22B4-EF9C28227707}"/>
                      </a:ext>
                    </a:extLst>
                  </p:cNvPr>
                  <p:cNvGrpSpPr/>
                  <p:nvPr/>
                </p:nvGrpSpPr>
                <p:grpSpPr>
                  <a:xfrm>
                    <a:off x="3285731" y="5255708"/>
                    <a:ext cx="578623" cy="101259"/>
                    <a:chOff x="3285731" y="5255708"/>
                    <a:chExt cx="578623" cy="101259"/>
                  </a:xfrm>
                  <a:solidFill>
                    <a:srgbClr val="0AC2F3"/>
                  </a:solidFill>
                </p:grpSpPr>
                <p:sp>
                  <p:nvSpPr>
                    <p:cNvPr id="47" name="Forma libre: forma 46">
                      <a:extLst>
                        <a:ext uri="{FF2B5EF4-FFF2-40B4-BE49-F238E27FC236}">
                          <a16:creationId xmlns:a16="http://schemas.microsoft.com/office/drawing/2014/main" id="{A5DBD10C-E1C2-71CB-3655-CE886921E5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85731" y="5255708"/>
                      <a:ext cx="101259" cy="101259"/>
                    </a:xfrm>
                    <a:custGeom>
                      <a:avLst/>
                      <a:gdLst>
                        <a:gd name="connsiteX0" fmla="*/ 23013 w 101259"/>
                        <a:gd name="connsiteY0" fmla="*/ 50630 h 101259"/>
                        <a:gd name="connsiteX1" fmla="*/ 49972 w 101259"/>
                        <a:gd name="connsiteY1" fmla="*/ 23671 h 101259"/>
                        <a:gd name="connsiteX2" fmla="*/ 76930 w 101259"/>
                        <a:gd name="connsiteY2" fmla="*/ 50630 h 101259"/>
                        <a:gd name="connsiteX3" fmla="*/ 49972 w 101259"/>
                        <a:gd name="connsiteY3" fmla="*/ 77588 h 101259"/>
                        <a:gd name="connsiteX4" fmla="*/ 23013 w 101259"/>
                        <a:gd name="connsiteY4" fmla="*/ 50630 h 101259"/>
                        <a:gd name="connsiteX5" fmla="*/ 0 w 101259"/>
                        <a:gd name="connsiteY5" fmla="*/ 50630 h 101259"/>
                        <a:gd name="connsiteX6" fmla="*/ 50629 w 101259"/>
                        <a:gd name="connsiteY6" fmla="*/ 101259 h 101259"/>
                        <a:gd name="connsiteX7" fmla="*/ 101259 w 101259"/>
                        <a:gd name="connsiteY7" fmla="*/ 50630 h 101259"/>
                        <a:gd name="connsiteX8" fmla="*/ 50629 w 101259"/>
                        <a:gd name="connsiteY8" fmla="*/ 0 h 101259"/>
                        <a:gd name="connsiteX9" fmla="*/ 0 w 101259"/>
                        <a:gd name="connsiteY9" fmla="*/ 50630 h 101259"/>
                        <a:gd name="connsiteX10" fmla="*/ 0 w 101259"/>
                        <a:gd name="connsiteY10" fmla="*/ 50630 h 10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01259" h="101259">
                          <a:moveTo>
                            <a:pt x="23013" y="50630"/>
                          </a:moveTo>
                          <a:cubicBezTo>
                            <a:pt x="23013" y="35506"/>
                            <a:pt x="34849" y="23671"/>
                            <a:pt x="49972" y="23671"/>
                          </a:cubicBezTo>
                          <a:cubicBezTo>
                            <a:pt x="65095" y="23671"/>
                            <a:pt x="76930" y="35506"/>
                            <a:pt x="76930" y="50630"/>
                          </a:cubicBezTo>
                          <a:cubicBezTo>
                            <a:pt x="76930" y="65753"/>
                            <a:pt x="65095" y="77588"/>
                            <a:pt x="49972" y="77588"/>
                          </a:cubicBezTo>
                          <a:cubicBezTo>
                            <a:pt x="34849" y="77588"/>
                            <a:pt x="23013" y="65753"/>
                            <a:pt x="23013" y="50630"/>
                          </a:cubicBezTo>
                          <a:moveTo>
                            <a:pt x="0" y="50630"/>
                          </a:moveTo>
                          <a:cubicBezTo>
                            <a:pt x="0" y="78246"/>
                            <a:pt x="23013" y="101259"/>
                            <a:pt x="50629" y="101259"/>
                          </a:cubicBezTo>
                          <a:cubicBezTo>
                            <a:pt x="78246" y="101259"/>
                            <a:pt x="101259" y="78246"/>
                            <a:pt x="101259" y="50630"/>
                          </a:cubicBezTo>
                          <a:cubicBezTo>
                            <a:pt x="101259" y="23013"/>
                            <a:pt x="78246" y="0"/>
                            <a:pt x="50629" y="0"/>
                          </a:cubicBezTo>
                          <a:cubicBezTo>
                            <a:pt x="23013" y="0"/>
                            <a:pt x="0" y="23013"/>
                            <a:pt x="0" y="50630"/>
                          </a:cubicBezTo>
                          <a:lnTo>
                            <a:pt x="0" y="50630"/>
                          </a:ln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" name="Forma libre: forma 47">
                      <a:extLst>
                        <a:ext uri="{FF2B5EF4-FFF2-40B4-BE49-F238E27FC236}">
                          <a16:creationId xmlns:a16="http://schemas.microsoft.com/office/drawing/2014/main" id="{2272F458-3CA8-71E7-3C2D-3010753972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3095" y="5255708"/>
                      <a:ext cx="101259" cy="101259"/>
                    </a:xfrm>
                    <a:custGeom>
                      <a:avLst/>
                      <a:gdLst>
                        <a:gd name="connsiteX0" fmla="*/ 23671 w 101259"/>
                        <a:gd name="connsiteY0" fmla="*/ 50630 h 101259"/>
                        <a:gd name="connsiteX1" fmla="*/ 50629 w 101259"/>
                        <a:gd name="connsiteY1" fmla="*/ 23671 h 101259"/>
                        <a:gd name="connsiteX2" fmla="*/ 77588 w 101259"/>
                        <a:gd name="connsiteY2" fmla="*/ 50630 h 101259"/>
                        <a:gd name="connsiteX3" fmla="*/ 50629 w 101259"/>
                        <a:gd name="connsiteY3" fmla="*/ 77588 h 101259"/>
                        <a:gd name="connsiteX4" fmla="*/ 23671 w 101259"/>
                        <a:gd name="connsiteY4" fmla="*/ 50630 h 101259"/>
                        <a:gd name="connsiteX5" fmla="*/ 0 w 101259"/>
                        <a:gd name="connsiteY5" fmla="*/ 50630 h 101259"/>
                        <a:gd name="connsiteX6" fmla="*/ 50629 w 101259"/>
                        <a:gd name="connsiteY6" fmla="*/ 101259 h 101259"/>
                        <a:gd name="connsiteX7" fmla="*/ 101259 w 101259"/>
                        <a:gd name="connsiteY7" fmla="*/ 50630 h 101259"/>
                        <a:gd name="connsiteX8" fmla="*/ 50629 w 101259"/>
                        <a:gd name="connsiteY8" fmla="*/ 0 h 101259"/>
                        <a:gd name="connsiteX9" fmla="*/ 0 w 101259"/>
                        <a:gd name="connsiteY9" fmla="*/ 50630 h 101259"/>
                        <a:gd name="connsiteX10" fmla="*/ 0 w 101259"/>
                        <a:gd name="connsiteY10" fmla="*/ 50630 h 10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01259" h="101259">
                          <a:moveTo>
                            <a:pt x="23671" y="50630"/>
                          </a:moveTo>
                          <a:cubicBezTo>
                            <a:pt x="23671" y="35506"/>
                            <a:pt x="35506" y="23671"/>
                            <a:pt x="50629" y="23671"/>
                          </a:cubicBezTo>
                          <a:cubicBezTo>
                            <a:pt x="65753" y="23671"/>
                            <a:pt x="77588" y="35506"/>
                            <a:pt x="77588" y="50630"/>
                          </a:cubicBezTo>
                          <a:cubicBezTo>
                            <a:pt x="77588" y="65753"/>
                            <a:pt x="65753" y="77588"/>
                            <a:pt x="50629" y="77588"/>
                          </a:cubicBezTo>
                          <a:cubicBezTo>
                            <a:pt x="35506" y="77588"/>
                            <a:pt x="23671" y="65753"/>
                            <a:pt x="23671" y="50630"/>
                          </a:cubicBezTo>
                          <a:moveTo>
                            <a:pt x="0" y="50630"/>
                          </a:moveTo>
                          <a:cubicBezTo>
                            <a:pt x="0" y="78246"/>
                            <a:pt x="23013" y="101259"/>
                            <a:pt x="50629" y="101259"/>
                          </a:cubicBezTo>
                          <a:cubicBezTo>
                            <a:pt x="78246" y="101259"/>
                            <a:pt x="101259" y="78246"/>
                            <a:pt x="101259" y="50630"/>
                          </a:cubicBezTo>
                          <a:cubicBezTo>
                            <a:pt x="101259" y="23013"/>
                            <a:pt x="78246" y="0"/>
                            <a:pt x="50629" y="0"/>
                          </a:cubicBezTo>
                          <a:cubicBezTo>
                            <a:pt x="23013" y="0"/>
                            <a:pt x="0" y="23013"/>
                            <a:pt x="0" y="50630"/>
                          </a:cubicBezTo>
                          <a:lnTo>
                            <a:pt x="0" y="50630"/>
                          </a:ln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49" name="Gráfico 10">
                    <a:extLst>
                      <a:ext uri="{FF2B5EF4-FFF2-40B4-BE49-F238E27FC236}">
                        <a16:creationId xmlns:a16="http://schemas.microsoft.com/office/drawing/2014/main" id="{7E7AE9EB-E7BD-12BB-7265-A11736706F40}"/>
                      </a:ext>
                    </a:extLst>
                  </p:cNvPr>
                  <p:cNvGrpSpPr/>
                  <p:nvPr/>
                </p:nvGrpSpPr>
                <p:grpSpPr>
                  <a:xfrm>
                    <a:off x="3524413" y="5017027"/>
                    <a:ext cx="101259" cy="578623"/>
                    <a:chOff x="3524413" y="5017027"/>
                    <a:chExt cx="101259" cy="578623"/>
                  </a:xfrm>
                  <a:solidFill>
                    <a:srgbClr val="0AC2F3"/>
                  </a:solidFill>
                </p:grpSpPr>
                <p:sp>
                  <p:nvSpPr>
                    <p:cNvPr id="50" name="Forma libre: forma 49">
                      <a:extLst>
                        <a:ext uri="{FF2B5EF4-FFF2-40B4-BE49-F238E27FC236}">
                          <a16:creationId xmlns:a16="http://schemas.microsoft.com/office/drawing/2014/main" id="{9413F95E-227C-198C-652B-D5D629B739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4413" y="5494390"/>
                      <a:ext cx="101259" cy="101259"/>
                    </a:xfrm>
                    <a:custGeom>
                      <a:avLst/>
                      <a:gdLst>
                        <a:gd name="connsiteX0" fmla="*/ 50630 w 101259"/>
                        <a:gd name="connsiteY0" fmla="*/ 78246 h 101259"/>
                        <a:gd name="connsiteX1" fmla="*/ 23671 w 101259"/>
                        <a:gd name="connsiteY1" fmla="*/ 51287 h 101259"/>
                        <a:gd name="connsiteX2" fmla="*/ 50630 w 101259"/>
                        <a:gd name="connsiteY2" fmla="*/ 24328 h 101259"/>
                        <a:gd name="connsiteX3" fmla="*/ 77588 w 101259"/>
                        <a:gd name="connsiteY3" fmla="*/ 51287 h 101259"/>
                        <a:gd name="connsiteX4" fmla="*/ 50630 w 101259"/>
                        <a:gd name="connsiteY4" fmla="*/ 78246 h 101259"/>
                        <a:gd name="connsiteX5" fmla="*/ 50630 w 101259"/>
                        <a:gd name="connsiteY5" fmla="*/ 101259 h 101259"/>
                        <a:gd name="connsiteX6" fmla="*/ 101259 w 101259"/>
                        <a:gd name="connsiteY6" fmla="*/ 50630 h 101259"/>
                        <a:gd name="connsiteX7" fmla="*/ 50630 w 101259"/>
                        <a:gd name="connsiteY7" fmla="*/ 0 h 101259"/>
                        <a:gd name="connsiteX8" fmla="*/ 0 w 101259"/>
                        <a:gd name="connsiteY8" fmla="*/ 50630 h 101259"/>
                        <a:gd name="connsiteX9" fmla="*/ 50630 w 101259"/>
                        <a:gd name="connsiteY9" fmla="*/ 101259 h 101259"/>
                        <a:gd name="connsiteX10" fmla="*/ 50630 w 101259"/>
                        <a:gd name="connsiteY10" fmla="*/ 101259 h 10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01259" h="101259">
                          <a:moveTo>
                            <a:pt x="50630" y="78246"/>
                          </a:moveTo>
                          <a:cubicBezTo>
                            <a:pt x="35506" y="78246"/>
                            <a:pt x="23671" y="66410"/>
                            <a:pt x="23671" y="51287"/>
                          </a:cubicBezTo>
                          <a:cubicBezTo>
                            <a:pt x="23671" y="36164"/>
                            <a:pt x="35506" y="24328"/>
                            <a:pt x="50630" y="24328"/>
                          </a:cubicBezTo>
                          <a:cubicBezTo>
                            <a:pt x="65753" y="24328"/>
                            <a:pt x="77588" y="36164"/>
                            <a:pt x="77588" y="51287"/>
                          </a:cubicBezTo>
                          <a:cubicBezTo>
                            <a:pt x="77588" y="66410"/>
                            <a:pt x="65753" y="78246"/>
                            <a:pt x="50630" y="78246"/>
                          </a:cubicBezTo>
                          <a:moveTo>
                            <a:pt x="50630" y="101259"/>
                          </a:moveTo>
                          <a:cubicBezTo>
                            <a:pt x="78246" y="101259"/>
                            <a:pt x="101259" y="78246"/>
                            <a:pt x="101259" y="50630"/>
                          </a:cubicBezTo>
                          <a:cubicBezTo>
                            <a:pt x="101259" y="23013"/>
                            <a:pt x="78246" y="0"/>
                            <a:pt x="50630" y="0"/>
                          </a:cubicBezTo>
                          <a:cubicBezTo>
                            <a:pt x="23013" y="0"/>
                            <a:pt x="0" y="23013"/>
                            <a:pt x="0" y="50630"/>
                          </a:cubicBezTo>
                          <a:cubicBezTo>
                            <a:pt x="0" y="78246"/>
                            <a:pt x="22356" y="101259"/>
                            <a:pt x="50630" y="101259"/>
                          </a:cubicBezTo>
                          <a:lnTo>
                            <a:pt x="50630" y="101259"/>
                          </a:ln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" name="Forma libre: forma 50">
                      <a:extLst>
                        <a:ext uri="{FF2B5EF4-FFF2-40B4-BE49-F238E27FC236}">
                          <a16:creationId xmlns:a16="http://schemas.microsoft.com/office/drawing/2014/main" id="{CE636789-C4D2-915A-34CE-CE6CF2286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4413" y="5017027"/>
                      <a:ext cx="101259" cy="101259"/>
                    </a:xfrm>
                    <a:custGeom>
                      <a:avLst/>
                      <a:gdLst>
                        <a:gd name="connsiteX0" fmla="*/ 50630 w 101259"/>
                        <a:gd name="connsiteY0" fmla="*/ 77588 h 101259"/>
                        <a:gd name="connsiteX1" fmla="*/ 23671 w 101259"/>
                        <a:gd name="connsiteY1" fmla="*/ 50630 h 101259"/>
                        <a:gd name="connsiteX2" fmla="*/ 50630 w 101259"/>
                        <a:gd name="connsiteY2" fmla="*/ 23671 h 101259"/>
                        <a:gd name="connsiteX3" fmla="*/ 77588 w 101259"/>
                        <a:gd name="connsiteY3" fmla="*/ 50630 h 101259"/>
                        <a:gd name="connsiteX4" fmla="*/ 50630 w 101259"/>
                        <a:gd name="connsiteY4" fmla="*/ 77588 h 101259"/>
                        <a:gd name="connsiteX5" fmla="*/ 50630 w 101259"/>
                        <a:gd name="connsiteY5" fmla="*/ 101259 h 101259"/>
                        <a:gd name="connsiteX6" fmla="*/ 101259 w 101259"/>
                        <a:gd name="connsiteY6" fmla="*/ 50630 h 101259"/>
                        <a:gd name="connsiteX7" fmla="*/ 50630 w 101259"/>
                        <a:gd name="connsiteY7" fmla="*/ 0 h 101259"/>
                        <a:gd name="connsiteX8" fmla="*/ 0 w 101259"/>
                        <a:gd name="connsiteY8" fmla="*/ 50630 h 101259"/>
                        <a:gd name="connsiteX9" fmla="*/ 50630 w 101259"/>
                        <a:gd name="connsiteY9" fmla="*/ 101259 h 101259"/>
                        <a:gd name="connsiteX10" fmla="*/ 50630 w 101259"/>
                        <a:gd name="connsiteY10" fmla="*/ 101259 h 10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01259" h="101259">
                          <a:moveTo>
                            <a:pt x="50630" y="77588"/>
                          </a:moveTo>
                          <a:cubicBezTo>
                            <a:pt x="35506" y="77588"/>
                            <a:pt x="23671" y="65753"/>
                            <a:pt x="23671" y="50630"/>
                          </a:cubicBezTo>
                          <a:cubicBezTo>
                            <a:pt x="23671" y="35506"/>
                            <a:pt x="35506" y="23671"/>
                            <a:pt x="50630" y="23671"/>
                          </a:cubicBezTo>
                          <a:cubicBezTo>
                            <a:pt x="65753" y="23671"/>
                            <a:pt x="77588" y="35506"/>
                            <a:pt x="77588" y="50630"/>
                          </a:cubicBezTo>
                          <a:cubicBezTo>
                            <a:pt x="77588" y="65753"/>
                            <a:pt x="65753" y="77588"/>
                            <a:pt x="50630" y="77588"/>
                          </a:cubicBezTo>
                          <a:moveTo>
                            <a:pt x="50630" y="101259"/>
                          </a:moveTo>
                          <a:cubicBezTo>
                            <a:pt x="78246" y="101259"/>
                            <a:pt x="101259" y="78246"/>
                            <a:pt x="101259" y="50630"/>
                          </a:cubicBezTo>
                          <a:cubicBezTo>
                            <a:pt x="101259" y="23013"/>
                            <a:pt x="78246" y="0"/>
                            <a:pt x="50630" y="0"/>
                          </a:cubicBezTo>
                          <a:cubicBezTo>
                            <a:pt x="23013" y="0"/>
                            <a:pt x="0" y="23013"/>
                            <a:pt x="0" y="50630"/>
                          </a:cubicBezTo>
                          <a:cubicBezTo>
                            <a:pt x="0" y="78246"/>
                            <a:pt x="22356" y="101259"/>
                            <a:pt x="50630" y="101259"/>
                          </a:cubicBezTo>
                          <a:lnTo>
                            <a:pt x="50630" y="101259"/>
                          </a:ln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52" name="Gráfico 10">
                  <a:extLst>
                    <a:ext uri="{FF2B5EF4-FFF2-40B4-BE49-F238E27FC236}">
                      <a16:creationId xmlns:a16="http://schemas.microsoft.com/office/drawing/2014/main" id="{626A5218-65EF-B1DB-53A2-8CEF7D1C6FB9}"/>
                    </a:ext>
                  </a:extLst>
                </p:cNvPr>
                <p:cNvGrpSpPr/>
                <p:nvPr/>
              </p:nvGrpSpPr>
              <p:grpSpPr>
                <a:xfrm>
                  <a:off x="3317950" y="5049903"/>
                  <a:ext cx="513528" cy="512870"/>
                  <a:chOff x="3317950" y="5049903"/>
                  <a:chExt cx="513528" cy="512870"/>
                </a:xfrm>
                <a:solidFill>
                  <a:srgbClr val="0AC2F3"/>
                </a:solidFill>
              </p:grpSpPr>
              <p:sp>
                <p:nvSpPr>
                  <p:cNvPr id="53" name="Forma libre: forma 52">
                    <a:extLst>
                      <a:ext uri="{FF2B5EF4-FFF2-40B4-BE49-F238E27FC236}">
                        <a16:creationId xmlns:a16="http://schemas.microsoft.com/office/drawing/2014/main" id="{50C28E88-56C8-B729-F988-8B9C7928FCBE}"/>
                      </a:ext>
                    </a:extLst>
                  </p:cNvPr>
                  <p:cNvSpPr/>
                  <p:nvPr/>
                </p:nvSpPr>
                <p:spPr>
                  <a:xfrm>
                    <a:off x="3317950" y="5049903"/>
                    <a:ext cx="167669" cy="167669"/>
                  </a:xfrm>
                  <a:custGeom>
                    <a:avLst/>
                    <a:gdLst>
                      <a:gd name="connsiteX0" fmla="*/ 167669 w 167669"/>
                      <a:gd name="connsiteY0" fmla="*/ 36164 h 167669"/>
                      <a:gd name="connsiteX1" fmla="*/ 167669 w 167669"/>
                      <a:gd name="connsiteY1" fmla="*/ 0 h 167669"/>
                      <a:gd name="connsiteX2" fmla="*/ 0 w 167669"/>
                      <a:gd name="connsiteY2" fmla="*/ 167669 h 167669"/>
                      <a:gd name="connsiteX3" fmla="*/ 35506 w 167669"/>
                      <a:gd name="connsiteY3" fmla="*/ 167669 h 167669"/>
                      <a:gd name="connsiteX4" fmla="*/ 167669 w 167669"/>
                      <a:gd name="connsiteY4" fmla="*/ 36164 h 1676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7669" h="167669">
                        <a:moveTo>
                          <a:pt x="167669" y="36164"/>
                        </a:moveTo>
                        <a:lnTo>
                          <a:pt x="167669" y="0"/>
                        </a:lnTo>
                        <a:cubicBezTo>
                          <a:pt x="90081" y="26959"/>
                          <a:pt x="27616" y="89424"/>
                          <a:pt x="0" y="167669"/>
                        </a:cubicBezTo>
                        <a:lnTo>
                          <a:pt x="35506" y="167669"/>
                        </a:lnTo>
                        <a:cubicBezTo>
                          <a:pt x="60493" y="107834"/>
                          <a:pt x="108492" y="59835"/>
                          <a:pt x="167669" y="36164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" name="Forma libre: forma 53">
                    <a:extLst>
                      <a:ext uri="{FF2B5EF4-FFF2-40B4-BE49-F238E27FC236}">
                        <a16:creationId xmlns:a16="http://schemas.microsoft.com/office/drawing/2014/main" id="{7F842B76-01C9-0A59-2EA4-2A0E7A6A9FFB}"/>
                      </a:ext>
                    </a:extLst>
                  </p:cNvPr>
                  <p:cNvSpPr/>
                  <p:nvPr/>
                </p:nvSpPr>
                <p:spPr>
                  <a:xfrm>
                    <a:off x="3663809" y="5395104"/>
                    <a:ext cx="167669" cy="167669"/>
                  </a:xfrm>
                  <a:custGeom>
                    <a:avLst/>
                    <a:gdLst>
                      <a:gd name="connsiteX0" fmla="*/ 0 w 167669"/>
                      <a:gd name="connsiteY0" fmla="*/ 132163 h 167669"/>
                      <a:gd name="connsiteX1" fmla="*/ 0 w 167669"/>
                      <a:gd name="connsiteY1" fmla="*/ 167669 h 167669"/>
                      <a:gd name="connsiteX2" fmla="*/ 167669 w 167669"/>
                      <a:gd name="connsiteY2" fmla="*/ 0 h 167669"/>
                      <a:gd name="connsiteX3" fmla="*/ 132163 w 167669"/>
                      <a:gd name="connsiteY3" fmla="*/ 0 h 167669"/>
                      <a:gd name="connsiteX4" fmla="*/ 0 w 167669"/>
                      <a:gd name="connsiteY4" fmla="*/ 132163 h 1676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7669" h="167669">
                        <a:moveTo>
                          <a:pt x="0" y="132163"/>
                        </a:moveTo>
                        <a:lnTo>
                          <a:pt x="0" y="167669"/>
                        </a:lnTo>
                        <a:cubicBezTo>
                          <a:pt x="77588" y="140711"/>
                          <a:pt x="140053" y="78246"/>
                          <a:pt x="167669" y="0"/>
                        </a:cubicBezTo>
                        <a:lnTo>
                          <a:pt x="132163" y="0"/>
                        </a:lnTo>
                        <a:cubicBezTo>
                          <a:pt x="107834" y="59835"/>
                          <a:pt x="59835" y="107834"/>
                          <a:pt x="0" y="132163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5" name="Gráfico 10">
                  <a:extLst>
                    <a:ext uri="{FF2B5EF4-FFF2-40B4-BE49-F238E27FC236}">
                      <a16:creationId xmlns:a16="http://schemas.microsoft.com/office/drawing/2014/main" id="{FDC75A9C-A257-404D-5C96-F90FC34C0464}"/>
                    </a:ext>
                  </a:extLst>
                </p:cNvPr>
                <p:cNvGrpSpPr/>
                <p:nvPr/>
              </p:nvGrpSpPr>
              <p:grpSpPr>
                <a:xfrm>
                  <a:off x="3447482" y="5155107"/>
                  <a:ext cx="283393" cy="280106"/>
                  <a:chOff x="3447482" y="5155107"/>
                  <a:chExt cx="283393" cy="280106"/>
                </a:xfrm>
                <a:solidFill>
                  <a:srgbClr val="0AC2F3"/>
                </a:solidFill>
              </p:grpSpPr>
              <p:sp>
                <p:nvSpPr>
                  <p:cNvPr id="56" name="Forma libre: forma 55">
                    <a:extLst>
                      <a:ext uri="{FF2B5EF4-FFF2-40B4-BE49-F238E27FC236}">
                        <a16:creationId xmlns:a16="http://schemas.microsoft.com/office/drawing/2014/main" id="{E295093D-ECE7-A8FB-21E7-8F7BF24BB624}"/>
                      </a:ext>
                    </a:extLst>
                  </p:cNvPr>
                  <p:cNvSpPr/>
                  <p:nvPr/>
                </p:nvSpPr>
                <p:spPr>
                  <a:xfrm>
                    <a:off x="3447482" y="5176805"/>
                    <a:ext cx="236709" cy="258407"/>
                  </a:xfrm>
                  <a:custGeom>
                    <a:avLst/>
                    <a:gdLst>
                      <a:gd name="connsiteX0" fmla="*/ 0 w 236709"/>
                      <a:gd name="connsiteY0" fmla="*/ 140053 h 258407"/>
                      <a:gd name="connsiteX1" fmla="*/ 118355 w 236709"/>
                      <a:gd name="connsiteY1" fmla="*/ 258408 h 258407"/>
                      <a:gd name="connsiteX2" fmla="*/ 236710 w 236709"/>
                      <a:gd name="connsiteY2" fmla="*/ 140053 h 258407"/>
                      <a:gd name="connsiteX3" fmla="*/ 118355 w 236709"/>
                      <a:gd name="connsiteY3" fmla="*/ 21698 h 258407"/>
                      <a:gd name="connsiteX4" fmla="*/ 84821 w 236709"/>
                      <a:gd name="connsiteY4" fmla="*/ 26301 h 258407"/>
                      <a:gd name="connsiteX5" fmla="*/ 75616 w 236709"/>
                      <a:gd name="connsiteY5" fmla="*/ 17096 h 258407"/>
                      <a:gd name="connsiteX6" fmla="*/ 76273 w 236709"/>
                      <a:gd name="connsiteY6" fmla="*/ 13808 h 258407"/>
                      <a:gd name="connsiteX7" fmla="*/ 62465 w 236709"/>
                      <a:gd name="connsiteY7" fmla="*/ 0 h 258407"/>
                      <a:gd name="connsiteX8" fmla="*/ 48657 w 236709"/>
                      <a:gd name="connsiteY8" fmla="*/ 13808 h 258407"/>
                      <a:gd name="connsiteX9" fmla="*/ 62465 w 236709"/>
                      <a:gd name="connsiteY9" fmla="*/ 27616 h 258407"/>
                      <a:gd name="connsiteX10" fmla="*/ 68383 w 236709"/>
                      <a:gd name="connsiteY10" fmla="*/ 26301 h 258407"/>
                      <a:gd name="connsiteX11" fmla="*/ 72985 w 236709"/>
                      <a:gd name="connsiteY11" fmla="*/ 30904 h 258407"/>
                      <a:gd name="connsiteX12" fmla="*/ 44712 w 236709"/>
                      <a:gd name="connsiteY12" fmla="*/ 47999 h 258407"/>
                      <a:gd name="connsiteX13" fmla="*/ 32219 w 236709"/>
                      <a:gd name="connsiteY13" fmla="*/ 35506 h 258407"/>
                      <a:gd name="connsiteX14" fmla="*/ 32876 w 236709"/>
                      <a:gd name="connsiteY14" fmla="*/ 32219 h 258407"/>
                      <a:gd name="connsiteX15" fmla="*/ 19068 w 236709"/>
                      <a:gd name="connsiteY15" fmla="*/ 18411 h 258407"/>
                      <a:gd name="connsiteX16" fmla="*/ 5260 w 236709"/>
                      <a:gd name="connsiteY16" fmla="*/ 32219 h 258407"/>
                      <a:gd name="connsiteX17" fmla="*/ 19068 w 236709"/>
                      <a:gd name="connsiteY17" fmla="*/ 46027 h 258407"/>
                      <a:gd name="connsiteX18" fmla="*/ 24986 w 236709"/>
                      <a:gd name="connsiteY18" fmla="*/ 44712 h 258407"/>
                      <a:gd name="connsiteX19" fmla="*/ 36164 w 236709"/>
                      <a:gd name="connsiteY19" fmla="*/ 55890 h 258407"/>
                      <a:gd name="connsiteX20" fmla="*/ 0 w 236709"/>
                      <a:gd name="connsiteY20" fmla="*/ 140053 h 258407"/>
                      <a:gd name="connsiteX21" fmla="*/ 182792 w 236709"/>
                      <a:gd name="connsiteY21" fmla="*/ 126245 h 258407"/>
                      <a:gd name="connsiteX22" fmla="*/ 198573 w 236709"/>
                      <a:gd name="connsiteY22" fmla="*/ 110464 h 258407"/>
                      <a:gd name="connsiteX23" fmla="*/ 214354 w 236709"/>
                      <a:gd name="connsiteY23" fmla="*/ 126245 h 258407"/>
                      <a:gd name="connsiteX24" fmla="*/ 198573 w 236709"/>
                      <a:gd name="connsiteY24" fmla="*/ 142026 h 258407"/>
                      <a:gd name="connsiteX25" fmla="*/ 182792 w 236709"/>
                      <a:gd name="connsiteY25" fmla="*/ 126245 h 258407"/>
                      <a:gd name="connsiteX26" fmla="*/ 136108 w 236709"/>
                      <a:gd name="connsiteY26" fmla="*/ 168327 h 258407"/>
                      <a:gd name="connsiteX27" fmla="*/ 197915 w 236709"/>
                      <a:gd name="connsiteY27" fmla="*/ 168327 h 258407"/>
                      <a:gd name="connsiteX28" fmla="*/ 167012 w 236709"/>
                      <a:gd name="connsiteY28" fmla="*/ 199230 h 258407"/>
                      <a:gd name="connsiteX29" fmla="*/ 136108 w 236709"/>
                      <a:gd name="connsiteY29" fmla="*/ 168327 h 258407"/>
                      <a:gd name="connsiteX30" fmla="*/ 109149 w 236709"/>
                      <a:gd name="connsiteY30" fmla="*/ 126245 h 258407"/>
                      <a:gd name="connsiteX31" fmla="*/ 124930 w 236709"/>
                      <a:gd name="connsiteY31" fmla="*/ 110464 h 258407"/>
                      <a:gd name="connsiteX32" fmla="*/ 140711 w 236709"/>
                      <a:gd name="connsiteY32" fmla="*/ 126245 h 258407"/>
                      <a:gd name="connsiteX33" fmla="*/ 124930 w 236709"/>
                      <a:gd name="connsiteY33" fmla="*/ 142026 h 258407"/>
                      <a:gd name="connsiteX34" fmla="*/ 109149 w 236709"/>
                      <a:gd name="connsiteY34" fmla="*/ 126245 h 25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236709" h="258407">
                        <a:moveTo>
                          <a:pt x="0" y="140053"/>
                        </a:moveTo>
                        <a:cubicBezTo>
                          <a:pt x="0" y="205148"/>
                          <a:pt x="53259" y="258408"/>
                          <a:pt x="118355" y="258408"/>
                        </a:cubicBezTo>
                        <a:cubicBezTo>
                          <a:pt x="183450" y="258408"/>
                          <a:pt x="236710" y="205148"/>
                          <a:pt x="236710" y="140053"/>
                        </a:cubicBezTo>
                        <a:cubicBezTo>
                          <a:pt x="236710" y="74958"/>
                          <a:pt x="183450" y="21698"/>
                          <a:pt x="118355" y="21698"/>
                        </a:cubicBezTo>
                        <a:cubicBezTo>
                          <a:pt x="106519" y="21698"/>
                          <a:pt x="95341" y="23671"/>
                          <a:pt x="84821" y="26301"/>
                        </a:cubicBezTo>
                        <a:cubicBezTo>
                          <a:pt x="81533" y="23013"/>
                          <a:pt x="78903" y="20383"/>
                          <a:pt x="75616" y="17096"/>
                        </a:cubicBezTo>
                        <a:cubicBezTo>
                          <a:pt x="75616" y="15781"/>
                          <a:pt x="76273" y="15123"/>
                          <a:pt x="76273" y="13808"/>
                        </a:cubicBezTo>
                        <a:cubicBezTo>
                          <a:pt x="76273" y="6575"/>
                          <a:pt x="70355" y="0"/>
                          <a:pt x="62465" y="0"/>
                        </a:cubicBezTo>
                        <a:cubicBezTo>
                          <a:pt x="55232" y="0"/>
                          <a:pt x="48657" y="5918"/>
                          <a:pt x="48657" y="13808"/>
                        </a:cubicBezTo>
                        <a:cubicBezTo>
                          <a:pt x="48657" y="21041"/>
                          <a:pt x="54575" y="27616"/>
                          <a:pt x="62465" y="27616"/>
                        </a:cubicBezTo>
                        <a:cubicBezTo>
                          <a:pt x="64438" y="27616"/>
                          <a:pt x="66410" y="26959"/>
                          <a:pt x="68383" y="26301"/>
                        </a:cubicBezTo>
                        <a:cubicBezTo>
                          <a:pt x="69698" y="27616"/>
                          <a:pt x="71670" y="28931"/>
                          <a:pt x="72985" y="30904"/>
                        </a:cubicBezTo>
                        <a:cubicBezTo>
                          <a:pt x="62465" y="35506"/>
                          <a:pt x="53259" y="41424"/>
                          <a:pt x="44712" y="47999"/>
                        </a:cubicBezTo>
                        <a:cubicBezTo>
                          <a:pt x="40767" y="44054"/>
                          <a:pt x="36821" y="39452"/>
                          <a:pt x="32219" y="35506"/>
                        </a:cubicBezTo>
                        <a:cubicBezTo>
                          <a:pt x="32219" y="34191"/>
                          <a:pt x="32876" y="33534"/>
                          <a:pt x="32876" y="32219"/>
                        </a:cubicBezTo>
                        <a:cubicBezTo>
                          <a:pt x="32876" y="24986"/>
                          <a:pt x="26958" y="18411"/>
                          <a:pt x="19068" y="18411"/>
                        </a:cubicBezTo>
                        <a:cubicBezTo>
                          <a:pt x="11835" y="18411"/>
                          <a:pt x="5260" y="24328"/>
                          <a:pt x="5260" y="32219"/>
                        </a:cubicBezTo>
                        <a:cubicBezTo>
                          <a:pt x="5260" y="39452"/>
                          <a:pt x="11178" y="46027"/>
                          <a:pt x="19068" y="46027"/>
                        </a:cubicBezTo>
                        <a:cubicBezTo>
                          <a:pt x="21041" y="46027"/>
                          <a:pt x="23013" y="45369"/>
                          <a:pt x="24986" y="44712"/>
                        </a:cubicBezTo>
                        <a:cubicBezTo>
                          <a:pt x="28931" y="47999"/>
                          <a:pt x="32876" y="51945"/>
                          <a:pt x="36164" y="55890"/>
                        </a:cubicBezTo>
                        <a:cubicBezTo>
                          <a:pt x="13151" y="77588"/>
                          <a:pt x="0" y="107834"/>
                          <a:pt x="0" y="140053"/>
                        </a:cubicBezTo>
                        <a:close/>
                        <a:moveTo>
                          <a:pt x="182792" y="126245"/>
                        </a:moveTo>
                        <a:cubicBezTo>
                          <a:pt x="182792" y="117697"/>
                          <a:pt x="190025" y="110464"/>
                          <a:pt x="198573" y="110464"/>
                        </a:cubicBezTo>
                        <a:cubicBezTo>
                          <a:pt x="207121" y="110464"/>
                          <a:pt x="214354" y="117697"/>
                          <a:pt x="214354" y="126245"/>
                        </a:cubicBezTo>
                        <a:cubicBezTo>
                          <a:pt x="214354" y="134793"/>
                          <a:pt x="207121" y="142026"/>
                          <a:pt x="198573" y="142026"/>
                        </a:cubicBezTo>
                        <a:cubicBezTo>
                          <a:pt x="190025" y="142026"/>
                          <a:pt x="182792" y="134793"/>
                          <a:pt x="182792" y="126245"/>
                        </a:cubicBezTo>
                        <a:close/>
                        <a:moveTo>
                          <a:pt x="136108" y="168327"/>
                        </a:moveTo>
                        <a:lnTo>
                          <a:pt x="197915" y="168327"/>
                        </a:lnTo>
                        <a:cubicBezTo>
                          <a:pt x="197915" y="185422"/>
                          <a:pt x="184107" y="199230"/>
                          <a:pt x="167012" y="199230"/>
                        </a:cubicBezTo>
                        <a:cubicBezTo>
                          <a:pt x="149916" y="199230"/>
                          <a:pt x="136108" y="185422"/>
                          <a:pt x="136108" y="168327"/>
                        </a:cubicBezTo>
                        <a:close/>
                        <a:moveTo>
                          <a:pt x="109149" y="126245"/>
                        </a:moveTo>
                        <a:cubicBezTo>
                          <a:pt x="109149" y="117697"/>
                          <a:pt x="116382" y="110464"/>
                          <a:pt x="124930" y="110464"/>
                        </a:cubicBezTo>
                        <a:cubicBezTo>
                          <a:pt x="133478" y="110464"/>
                          <a:pt x="140711" y="117697"/>
                          <a:pt x="140711" y="126245"/>
                        </a:cubicBezTo>
                        <a:cubicBezTo>
                          <a:pt x="140711" y="134793"/>
                          <a:pt x="133478" y="142026"/>
                          <a:pt x="124930" y="142026"/>
                        </a:cubicBezTo>
                        <a:cubicBezTo>
                          <a:pt x="116382" y="142026"/>
                          <a:pt x="109149" y="134793"/>
                          <a:pt x="109149" y="126245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Forma libre: forma 56">
                    <a:extLst>
                      <a:ext uri="{FF2B5EF4-FFF2-40B4-BE49-F238E27FC236}">
                        <a16:creationId xmlns:a16="http://schemas.microsoft.com/office/drawing/2014/main" id="{0C79537B-0F92-308B-141A-22409EEC78E3}"/>
                      </a:ext>
                    </a:extLst>
                  </p:cNvPr>
                  <p:cNvSpPr/>
                  <p:nvPr/>
                </p:nvSpPr>
                <p:spPr>
                  <a:xfrm>
                    <a:off x="3636850" y="5155107"/>
                    <a:ext cx="94026" cy="72327"/>
                  </a:xfrm>
                  <a:custGeom>
                    <a:avLst/>
                    <a:gdLst>
                      <a:gd name="connsiteX0" fmla="*/ 0 w 94026"/>
                      <a:gd name="connsiteY0" fmla="*/ 16438 h 72327"/>
                      <a:gd name="connsiteX1" fmla="*/ 0 w 94026"/>
                      <a:gd name="connsiteY1" fmla="*/ 40109 h 72327"/>
                      <a:gd name="connsiteX2" fmla="*/ 16438 w 94026"/>
                      <a:gd name="connsiteY2" fmla="*/ 56547 h 72327"/>
                      <a:gd name="connsiteX3" fmla="*/ 24329 w 94026"/>
                      <a:gd name="connsiteY3" fmla="*/ 56547 h 72327"/>
                      <a:gd name="connsiteX4" fmla="*/ 23013 w 94026"/>
                      <a:gd name="connsiteY4" fmla="*/ 72328 h 72327"/>
                      <a:gd name="connsiteX5" fmla="*/ 40767 w 94026"/>
                      <a:gd name="connsiteY5" fmla="*/ 56547 h 72327"/>
                      <a:gd name="connsiteX6" fmla="*/ 77588 w 94026"/>
                      <a:gd name="connsiteY6" fmla="*/ 56547 h 72327"/>
                      <a:gd name="connsiteX7" fmla="*/ 94026 w 94026"/>
                      <a:gd name="connsiteY7" fmla="*/ 40109 h 72327"/>
                      <a:gd name="connsiteX8" fmla="*/ 94026 w 94026"/>
                      <a:gd name="connsiteY8" fmla="*/ 16438 h 72327"/>
                      <a:gd name="connsiteX9" fmla="*/ 77588 w 94026"/>
                      <a:gd name="connsiteY9" fmla="*/ 0 h 72327"/>
                      <a:gd name="connsiteX10" fmla="*/ 16438 w 94026"/>
                      <a:gd name="connsiteY10" fmla="*/ 0 h 72327"/>
                      <a:gd name="connsiteX11" fmla="*/ 0 w 94026"/>
                      <a:gd name="connsiteY11" fmla="*/ 16438 h 72327"/>
                      <a:gd name="connsiteX12" fmla="*/ 42082 w 94026"/>
                      <a:gd name="connsiteY12" fmla="*/ 40109 h 72327"/>
                      <a:gd name="connsiteX13" fmla="*/ 38136 w 94026"/>
                      <a:gd name="connsiteY13" fmla="*/ 45369 h 72327"/>
                      <a:gd name="connsiteX14" fmla="*/ 25643 w 94026"/>
                      <a:gd name="connsiteY14" fmla="*/ 26301 h 72327"/>
                      <a:gd name="connsiteX15" fmla="*/ 26959 w 94026"/>
                      <a:gd name="connsiteY15" fmla="*/ 19726 h 72327"/>
                      <a:gd name="connsiteX16" fmla="*/ 33534 w 94026"/>
                      <a:gd name="connsiteY16" fmla="*/ 21041 h 72327"/>
                      <a:gd name="connsiteX17" fmla="*/ 38794 w 94026"/>
                      <a:gd name="connsiteY17" fmla="*/ 28931 h 72327"/>
                      <a:gd name="connsiteX18" fmla="*/ 65095 w 94026"/>
                      <a:gd name="connsiteY18" fmla="*/ 14466 h 72327"/>
                      <a:gd name="connsiteX19" fmla="*/ 69698 w 94026"/>
                      <a:gd name="connsiteY19" fmla="*/ 19068 h 72327"/>
                      <a:gd name="connsiteX20" fmla="*/ 65095 w 94026"/>
                      <a:gd name="connsiteY20" fmla="*/ 23671 h 72327"/>
                      <a:gd name="connsiteX21" fmla="*/ 42082 w 94026"/>
                      <a:gd name="connsiteY21" fmla="*/ 40109 h 723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94026" h="72327">
                        <a:moveTo>
                          <a:pt x="0" y="16438"/>
                        </a:moveTo>
                        <a:lnTo>
                          <a:pt x="0" y="40109"/>
                        </a:lnTo>
                        <a:cubicBezTo>
                          <a:pt x="0" y="49314"/>
                          <a:pt x="7233" y="56547"/>
                          <a:pt x="16438" y="56547"/>
                        </a:cubicBezTo>
                        <a:lnTo>
                          <a:pt x="24329" y="56547"/>
                        </a:lnTo>
                        <a:cubicBezTo>
                          <a:pt x="26959" y="63123"/>
                          <a:pt x="23013" y="72328"/>
                          <a:pt x="23013" y="72328"/>
                        </a:cubicBezTo>
                        <a:cubicBezTo>
                          <a:pt x="32219" y="72328"/>
                          <a:pt x="39452" y="65753"/>
                          <a:pt x="40767" y="56547"/>
                        </a:cubicBezTo>
                        <a:lnTo>
                          <a:pt x="77588" y="56547"/>
                        </a:lnTo>
                        <a:cubicBezTo>
                          <a:pt x="86794" y="56547"/>
                          <a:pt x="94026" y="49314"/>
                          <a:pt x="94026" y="40109"/>
                        </a:cubicBezTo>
                        <a:lnTo>
                          <a:pt x="94026" y="16438"/>
                        </a:lnTo>
                        <a:cubicBezTo>
                          <a:pt x="94026" y="7233"/>
                          <a:pt x="86794" y="0"/>
                          <a:pt x="77588" y="0"/>
                        </a:cubicBezTo>
                        <a:lnTo>
                          <a:pt x="16438" y="0"/>
                        </a:lnTo>
                        <a:cubicBezTo>
                          <a:pt x="7233" y="0"/>
                          <a:pt x="0" y="7233"/>
                          <a:pt x="0" y="16438"/>
                        </a:cubicBezTo>
                        <a:close/>
                        <a:moveTo>
                          <a:pt x="42082" y="40109"/>
                        </a:moveTo>
                        <a:lnTo>
                          <a:pt x="38136" y="45369"/>
                        </a:lnTo>
                        <a:lnTo>
                          <a:pt x="25643" y="26301"/>
                        </a:lnTo>
                        <a:cubicBezTo>
                          <a:pt x="24329" y="24328"/>
                          <a:pt x="24986" y="21041"/>
                          <a:pt x="26959" y="19726"/>
                        </a:cubicBezTo>
                        <a:cubicBezTo>
                          <a:pt x="28931" y="18411"/>
                          <a:pt x="32219" y="19068"/>
                          <a:pt x="33534" y="21041"/>
                        </a:cubicBezTo>
                        <a:lnTo>
                          <a:pt x="38794" y="28931"/>
                        </a:lnTo>
                        <a:cubicBezTo>
                          <a:pt x="44054" y="23013"/>
                          <a:pt x="53917" y="14466"/>
                          <a:pt x="65095" y="14466"/>
                        </a:cubicBezTo>
                        <a:cubicBezTo>
                          <a:pt x="67725" y="14466"/>
                          <a:pt x="69698" y="16438"/>
                          <a:pt x="69698" y="19068"/>
                        </a:cubicBezTo>
                        <a:cubicBezTo>
                          <a:pt x="69698" y="21698"/>
                          <a:pt x="67725" y="23671"/>
                          <a:pt x="65095" y="23671"/>
                        </a:cubicBezTo>
                        <a:cubicBezTo>
                          <a:pt x="55890" y="24328"/>
                          <a:pt x="45369" y="35506"/>
                          <a:pt x="42082" y="40109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9AC7179-B003-7EF1-79E6-8C23EF58E019}"/>
                  </a:ext>
                </a:extLst>
              </p:cNvPr>
              <p:cNvSpPr txBox="1"/>
              <p:nvPr/>
            </p:nvSpPr>
            <p:spPr>
              <a:xfrm>
                <a:off x="2759241" y="5663702"/>
                <a:ext cx="1701748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en-US" sz="1400" b="1" dirty="0">
                    <a:solidFill>
                      <a:srgbClr val="0AC2F3"/>
                    </a:solidFill>
                  </a:rPr>
                  <a:t>AI Assistant &amp; Agent</a:t>
                </a:r>
              </a:p>
            </p:txBody>
          </p:sp>
        </p:grp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18495664-1A6F-E90F-9DA9-F9B9DE3E8EFC}"/>
                </a:ext>
              </a:extLst>
            </p:cNvPr>
            <p:cNvGrpSpPr/>
            <p:nvPr/>
          </p:nvGrpSpPr>
          <p:grpSpPr>
            <a:xfrm>
              <a:off x="4620976" y="5017027"/>
              <a:ext cx="2479718" cy="954452"/>
              <a:chOff x="4625349" y="5017027"/>
              <a:chExt cx="2479718" cy="954452"/>
            </a:xfrm>
          </p:grpSpPr>
          <p:grpSp>
            <p:nvGrpSpPr>
              <p:cNvPr id="20" name="Gráfico 10">
                <a:extLst>
                  <a:ext uri="{FF2B5EF4-FFF2-40B4-BE49-F238E27FC236}">
                    <a16:creationId xmlns:a16="http://schemas.microsoft.com/office/drawing/2014/main" id="{69140226-C929-66D1-CB85-0EE21CED751E}"/>
                  </a:ext>
                </a:extLst>
              </p:cNvPr>
              <p:cNvGrpSpPr/>
              <p:nvPr/>
            </p:nvGrpSpPr>
            <p:grpSpPr>
              <a:xfrm>
                <a:off x="5593643" y="5017027"/>
                <a:ext cx="577314" cy="579280"/>
                <a:chOff x="5593643" y="5017027"/>
                <a:chExt cx="577314" cy="579280"/>
              </a:xfrm>
              <a:solidFill>
                <a:srgbClr val="0AC2F3"/>
              </a:solidFill>
            </p:grpSpPr>
            <p:sp>
              <p:nvSpPr>
                <p:cNvPr id="21" name="Forma libre: forma 20">
                  <a:extLst>
                    <a:ext uri="{FF2B5EF4-FFF2-40B4-BE49-F238E27FC236}">
                      <a16:creationId xmlns:a16="http://schemas.microsoft.com/office/drawing/2014/main" id="{EBE3A8C3-6F25-18F4-6624-3677BF56A689}"/>
                    </a:ext>
                  </a:extLst>
                </p:cNvPr>
                <p:cNvSpPr/>
                <p:nvPr/>
              </p:nvSpPr>
              <p:spPr>
                <a:xfrm>
                  <a:off x="5593643" y="5178778"/>
                  <a:ext cx="233428" cy="255777"/>
                </a:xfrm>
                <a:custGeom>
                  <a:avLst/>
                  <a:gdLst>
                    <a:gd name="connsiteX0" fmla="*/ 116388 w 233428"/>
                    <a:gd name="connsiteY0" fmla="*/ 255778 h 255777"/>
                    <a:gd name="connsiteX1" fmla="*/ 233428 w 233428"/>
                    <a:gd name="connsiteY1" fmla="*/ 138738 h 255777"/>
                    <a:gd name="connsiteX2" fmla="*/ 116388 w 233428"/>
                    <a:gd name="connsiteY2" fmla="*/ 21698 h 255777"/>
                    <a:gd name="connsiteX3" fmla="*/ 82855 w 233428"/>
                    <a:gd name="connsiteY3" fmla="*/ 26301 h 255777"/>
                    <a:gd name="connsiteX4" fmla="*/ 73649 w 233428"/>
                    <a:gd name="connsiteY4" fmla="*/ 17096 h 255777"/>
                    <a:gd name="connsiteX5" fmla="*/ 74307 w 233428"/>
                    <a:gd name="connsiteY5" fmla="*/ 13808 h 255777"/>
                    <a:gd name="connsiteX6" fmla="*/ 60499 w 233428"/>
                    <a:gd name="connsiteY6" fmla="*/ 0 h 255777"/>
                    <a:gd name="connsiteX7" fmla="*/ 46691 w 233428"/>
                    <a:gd name="connsiteY7" fmla="*/ 13808 h 255777"/>
                    <a:gd name="connsiteX8" fmla="*/ 60499 w 233428"/>
                    <a:gd name="connsiteY8" fmla="*/ 27616 h 255777"/>
                    <a:gd name="connsiteX9" fmla="*/ 66417 w 233428"/>
                    <a:gd name="connsiteY9" fmla="*/ 26301 h 255777"/>
                    <a:gd name="connsiteX10" fmla="*/ 71019 w 233428"/>
                    <a:gd name="connsiteY10" fmla="*/ 30904 h 255777"/>
                    <a:gd name="connsiteX11" fmla="*/ 42745 w 233428"/>
                    <a:gd name="connsiteY11" fmla="*/ 47999 h 255777"/>
                    <a:gd name="connsiteX12" fmla="*/ 30253 w 233428"/>
                    <a:gd name="connsiteY12" fmla="*/ 35506 h 255777"/>
                    <a:gd name="connsiteX13" fmla="*/ 30910 w 233428"/>
                    <a:gd name="connsiteY13" fmla="*/ 32219 h 255777"/>
                    <a:gd name="connsiteX14" fmla="*/ 17102 w 233428"/>
                    <a:gd name="connsiteY14" fmla="*/ 18411 h 255777"/>
                    <a:gd name="connsiteX15" fmla="*/ 3294 w 233428"/>
                    <a:gd name="connsiteY15" fmla="*/ 32219 h 255777"/>
                    <a:gd name="connsiteX16" fmla="*/ 17102 w 233428"/>
                    <a:gd name="connsiteY16" fmla="*/ 46027 h 255777"/>
                    <a:gd name="connsiteX17" fmla="*/ 23020 w 233428"/>
                    <a:gd name="connsiteY17" fmla="*/ 44712 h 255777"/>
                    <a:gd name="connsiteX18" fmla="*/ 34198 w 233428"/>
                    <a:gd name="connsiteY18" fmla="*/ 55890 h 255777"/>
                    <a:gd name="connsiteX19" fmla="*/ 6 w 233428"/>
                    <a:gd name="connsiteY19" fmla="*/ 138738 h 255777"/>
                    <a:gd name="connsiteX20" fmla="*/ 116388 w 233428"/>
                    <a:gd name="connsiteY20" fmla="*/ 255778 h 255777"/>
                    <a:gd name="connsiteX21" fmla="*/ 180169 w 233428"/>
                    <a:gd name="connsiteY21" fmla="*/ 124272 h 255777"/>
                    <a:gd name="connsiteX22" fmla="*/ 195949 w 233428"/>
                    <a:gd name="connsiteY22" fmla="*/ 108492 h 255777"/>
                    <a:gd name="connsiteX23" fmla="*/ 211730 w 233428"/>
                    <a:gd name="connsiteY23" fmla="*/ 124272 h 255777"/>
                    <a:gd name="connsiteX24" fmla="*/ 195949 w 233428"/>
                    <a:gd name="connsiteY24" fmla="*/ 140053 h 255777"/>
                    <a:gd name="connsiteX25" fmla="*/ 180169 w 233428"/>
                    <a:gd name="connsiteY25" fmla="*/ 124272 h 255777"/>
                    <a:gd name="connsiteX26" fmla="*/ 107183 w 233428"/>
                    <a:gd name="connsiteY26" fmla="*/ 124272 h 255777"/>
                    <a:gd name="connsiteX27" fmla="*/ 122964 w 233428"/>
                    <a:gd name="connsiteY27" fmla="*/ 108492 h 255777"/>
                    <a:gd name="connsiteX28" fmla="*/ 138745 w 233428"/>
                    <a:gd name="connsiteY28" fmla="*/ 124272 h 255777"/>
                    <a:gd name="connsiteX29" fmla="*/ 122964 w 233428"/>
                    <a:gd name="connsiteY29" fmla="*/ 140053 h 255777"/>
                    <a:gd name="connsiteX30" fmla="*/ 107183 w 233428"/>
                    <a:gd name="connsiteY30" fmla="*/ 124272 h 255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3428" h="255777">
                      <a:moveTo>
                        <a:pt x="116388" y="255778"/>
                      </a:moveTo>
                      <a:cubicBezTo>
                        <a:pt x="181484" y="255778"/>
                        <a:pt x="233428" y="203176"/>
                        <a:pt x="233428" y="138738"/>
                      </a:cubicBezTo>
                      <a:cubicBezTo>
                        <a:pt x="233428" y="74300"/>
                        <a:pt x="180826" y="21698"/>
                        <a:pt x="116388" y="21698"/>
                      </a:cubicBezTo>
                      <a:cubicBezTo>
                        <a:pt x="104553" y="21698"/>
                        <a:pt x="93375" y="23671"/>
                        <a:pt x="82855" y="26301"/>
                      </a:cubicBezTo>
                      <a:cubicBezTo>
                        <a:pt x="79567" y="23013"/>
                        <a:pt x="76937" y="20383"/>
                        <a:pt x="73649" y="17096"/>
                      </a:cubicBezTo>
                      <a:cubicBezTo>
                        <a:pt x="73649" y="15781"/>
                        <a:pt x="74307" y="15123"/>
                        <a:pt x="74307" y="13808"/>
                      </a:cubicBezTo>
                      <a:cubicBezTo>
                        <a:pt x="74307" y="6575"/>
                        <a:pt x="68389" y="0"/>
                        <a:pt x="60499" y="0"/>
                      </a:cubicBezTo>
                      <a:cubicBezTo>
                        <a:pt x="53266" y="0"/>
                        <a:pt x="46691" y="5918"/>
                        <a:pt x="46691" y="13808"/>
                      </a:cubicBezTo>
                      <a:cubicBezTo>
                        <a:pt x="46691" y="21041"/>
                        <a:pt x="52608" y="27616"/>
                        <a:pt x="60499" y="27616"/>
                      </a:cubicBezTo>
                      <a:cubicBezTo>
                        <a:pt x="62471" y="27616"/>
                        <a:pt x="64444" y="26959"/>
                        <a:pt x="66417" y="26301"/>
                      </a:cubicBezTo>
                      <a:cubicBezTo>
                        <a:pt x="67732" y="27616"/>
                        <a:pt x="69704" y="28931"/>
                        <a:pt x="71019" y="30904"/>
                      </a:cubicBezTo>
                      <a:cubicBezTo>
                        <a:pt x="60499" y="35506"/>
                        <a:pt x="51294" y="40767"/>
                        <a:pt x="42745" y="47999"/>
                      </a:cubicBezTo>
                      <a:cubicBezTo>
                        <a:pt x="38800" y="44054"/>
                        <a:pt x="34855" y="39452"/>
                        <a:pt x="30253" y="35506"/>
                      </a:cubicBezTo>
                      <a:cubicBezTo>
                        <a:pt x="30253" y="34191"/>
                        <a:pt x="30910" y="33534"/>
                        <a:pt x="30910" y="32219"/>
                      </a:cubicBezTo>
                      <a:cubicBezTo>
                        <a:pt x="30910" y="24986"/>
                        <a:pt x="24993" y="18411"/>
                        <a:pt x="17102" y="18411"/>
                      </a:cubicBezTo>
                      <a:cubicBezTo>
                        <a:pt x="9212" y="18411"/>
                        <a:pt x="3294" y="24328"/>
                        <a:pt x="3294" y="32219"/>
                      </a:cubicBezTo>
                      <a:cubicBezTo>
                        <a:pt x="3294" y="39452"/>
                        <a:pt x="9212" y="46027"/>
                        <a:pt x="17102" y="46027"/>
                      </a:cubicBezTo>
                      <a:cubicBezTo>
                        <a:pt x="19075" y="46027"/>
                        <a:pt x="21047" y="45369"/>
                        <a:pt x="23020" y="44712"/>
                      </a:cubicBezTo>
                      <a:cubicBezTo>
                        <a:pt x="26965" y="47999"/>
                        <a:pt x="30253" y="51945"/>
                        <a:pt x="34198" y="55890"/>
                      </a:cubicBezTo>
                      <a:cubicBezTo>
                        <a:pt x="13157" y="76931"/>
                        <a:pt x="6" y="106519"/>
                        <a:pt x="6" y="138738"/>
                      </a:cubicBezTo>
                      <a:cubicBezTo>
                        <a:pt x="-651" y="203176"/>
                        <a:pt x="51294" y="255778"/>
                        <a:pt x="116388" y="255778"/>
                      </a:cubicBezTo>
                      <a:close/>
                      <a:moveTo>
                        <a:pt x="180169" y="124272"/>
                      </a:moveTo>
                      <a:cubicBezTo>
                        <a:pt x="180169" y="115725"/>
                        <a:pt x="187401" y="108492"/>
                        <a:pt x="195949" y="108492"/>
                      </a:cubicBezTo>
                      <a:cubicBezTo>
                        <a:pt x="204497" y="108492"/>
                        <a:pt x="211730" y="115725"/>
                        <a:pt x="211730" y="124272"/>
                      </a:cubicBezTo>
                      <a:cubicBezTo>
                        <a:pt x="211730" y="132820"/>
                        <a:pt x="204497" y="140053"/>
                        <a:pt x="195949" y="140053"/>
                      </a:cubicBezTo>
                      <a:cubicBezTo>
                        <a:pt x="187401" y="139396"/>
                        <a:pt x="180169" y="132820"/>
                        <a:pt x="180169" y="124272"/>
                      </a:cubicBezTo>
                      <a:close/>
                      <a:moveTo>
                        <a:pt x="107183" y="124272"/>
                      </a:moveTo>
                      <a:cubicBezTo>
                        <a:pt x="107183" y="115725"/>
                        <a:pt x="114416" y="108492"/>
                        <a:pt x="122964" y="108492"/>
                      </a:cubicBezTo>
                      <a:cubicBezTo>
                        <a:pt x="131512" y="108492"/>
                        <a:pt x="138745" y="115725"/>
                        <a:pt x="138745" y="124272"/>
                      </a:cubicBezTo>
                      <a:cubicBezTo>
                        <a:pt x="138745" y="132820"/>
                        <a:pt x="131512" y="140053"/>
                        <a:pt x="122964" y="140053"/>
                      </a:cubicBezTo>
                      <a:cubicBezTo>
                        <a:pt x="114416" y="139396"/>
                        <a:pt x="107183" y="132820"/>
                        <a:pt x="107183" y="124272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orma libre: forma 21">
                  <a:extLst>
                    <a:ext uri="{FF2B5EF4-FFF2-40B4-BE49-F238E27FC236}">
                      <a16:creationId xmlns:a16="http://schemas.microsoft.com/office/drawing/2014/main" id="{F22C2862-602F-0815-C716-3D063375ACC4}"/>
                    </a:ext>
                  </a:extLst>
                </p:cNvPr>
                <p:cNvSpPr/>
                <p:nvPr/>
              </p:nvSpPr>
              <p:spPr>
                <a:xfrm>
                  <a:off x="5756058" y="5017027"/>
                  <a:ext cx="252490" cy="28931"/>
                </a:xfrm>
                <a:custGeom>
                  <a:avLst/>
                  <a:gdLst>
                    <a:gd name="connsiteX0" fmla="*/ 5918 w 252490"/>
                    <a:gd name="connsiteY0" fmla="*/ 28931 h 28931"/>
                    <a:gd name="connsiteX1" fmla="*/ 252490 w 252490"/>
                    <a:gd name="connsiteY1" fmla="*/ 28931 h 28931"/>
                    <a:gd name="connsiteX2" fmla="*/ 126245 w 252490"/>
                    <a:gd name="connsiteY2" fmla="*/ 0 h 28931"/>
                    <a:gd name="connsiteX3" fmla="*/ 125588 w 252490"/>
                    <a:gd name="connsiteY3" fmla="*/ 0 h 28931"/>
                    <a:gd name="connsiteX4" fmla="*/ 0 w 252490"/>
                    <a:gd name="connsiteY4" fmla="*/ 28931 h 28931"/>
                    <a:gd name="connsiteX5" fmla="*/ 5918 w 252490"/>
                    <a:gd name="connsiteY5" fmla="*/ 28931 h 28931"/>
                    <a:gd name="connsiteX6" fmla="*/ 5918 w 252490"/>
                    <a:gd name="connsiteY6" fmla="*/ 28931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2490" h="28931">
                      <a:moveTo>
                        <a:pt x="5918" y="28931"/>
                      </a:moveTo>
                      <a:lnTo>
                        <a:pt x="252490" y="28931"/>
                      </a:lnTo>
                      <a:cubicBezTo>
                        <a:pt x="214354" y="10520"/>
                        <a:pt x="171615" y="0"/>
                        <a:pt x="126245" y="0"/>
                      </a:cubicBezTo>
                      <a:lnTo>
                        <a:pt x="125588" y="0"/>
                      </a:lnTo>
                      <a:cubicBezTo>
                        <a:pt x="80218" y="0"/>
                        <a:pt x="38136" y="10520"/>
                        <a:pt x="0" y="28931"/>
                      </a:cubicBezTo>
                      <a:lnTo>
                        <a:pt x="5918" y="28931"/>
                      </a:lnTo>
                      <a:lnTo>
                        <a:pt x="5918" y="28931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orma libre: forma 22">
                  <a:extLst>
                    <a:ext uri="{FF2B5EF4-FFF2-40B4-BE49-F238E27FC236}">
                      <a16:creationId xmlns:a16="http://schemas.microsoft.com/office/drawing/2014/main" id="{38AFCDE9-3A6B-798E-B3DB-CDC447FEBA94}"/>
                    </a:ext>
                  </a:extLst>
                </p:cNvPr>
                <p:cNvSpPr/>
                <p:nvPr/>
              </p:nvSpPr>
              <p:spPr>
                <a:xfrm>
                  <a:off x="5673210" y="5078176"/>
                  <a:ext cx="418844" cy="28931"/>
                </a:xfrm>
                <a:custGeom>
                  <a:avLst/>
                  <a:gdLst>
                    <a:gd name="connsiteX0" fmla="*/ 88766 w 418844"/>
                    <a:gd name="connsiteY0" fmla="*/ 28931 h 28931"/>
                    <a:gd name="connsiteX1" fmla="*/ 418845 w 418844"/>
                    <a:gd name="connsiteY1" fmla="*/ 28931 h 28931"/>
                    <a:gd name="connsiteX2" fmla="*/ 387283 w 418844"/>
                    <a:gd name="connsiteY2" fmla="*/ 0 h 28931"/>
                    <a:gd name="connsiteX3" fmla="*/ 110464 w 418844"/>
                    <a:gd name="connsiteY3" fmla="*/ 0 h 28931"/>
                    <a:gd name="connsiteX4" fmla="*/ 110464 w 418844"/>
                    <a:gd name="connsiteY4" fmla="*/ 0 h 28931"/>
                    <a:gd name="connsiteX5" fmla="*/ 93369 w 418844"/>
                    <a:gd name="connsiteY5" fmla="*/ 0 h 28931"/>
                    <a:gd name="connsiteX6" fmla="*/ 75616 w 418844"/>
                    <a:gd name="connsiteY6" fmla="*/ 0 h 28931"/>
                    <a:gd name="connsiteX7" fmla="*/ 75616 w 418844"/>
                    <a:gd name="connsiteY7" fmla="*/ 0 h 28931"/>
                    <a:gd name="connsiteX8" fmla="*/ 31561 w 418844"/>
                    <a:gd name="connsiteY8" fmla="*/ 0 h 28931"/>
                    <a:gd name="connsiteX9" fmla="*/ 0 w 418844"/>
                    <a:gd name="connsiteY9" fmla="*/ 28931 h 28931"/>
                    <a:gd name="connsiteX10" fmla="*/ 88766 w 418844"/>
                    <a:gd name="connsiteY10" fmla="*/ 28931 h 28931"/>
                    <a:gd name="connsiteX11" fmla="*/ 88766 w 418844"/>
                    <a:gd name="connsiteY11" fmla="*/ 28931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8844" h="28931">
                      <a:moveTo>
                        <a:pt x="88766" y="28931"/>
                      </a:moveTo>
                      <a:lnTo>
                        <a:pt x="418845" y="28931"/>
                      </a:lnTo>
                      <a:cubicBezTo>
                        <a:pt x="408982" y="18411"/>
                        <a:pt x="398461" y="9205"/>
                        <a:pt x="387283" y="0"/>
                      </a:cubicBezTo>
                      <a:lnTo>
                        <a:pt x="110464" y="0"/>
                      </a:lnTo>
                      <a:lnTo>
                        <a:pt x="110464" y="0"/>
                      </a:lnTo>
                      <a:lnTo>
                        <a:pt x="93369" y="0"/>
                      </a:lnTo>
                      <a:lnTo>
                        <a:pt x="75616" y="0"/>
                      </a:lnTo>
                      <a:lnTo>
                        <a:pt x="75616" y="0"/>
                      </a:lnTo>
                      <a:lnTo>
                        <a:pt x="31561" y="0"/>
                      </a:lnTo>
                      <a:cubicBezTo>
                        <a:pt x="20383" y="8548"/>
                        <a:pt x="9863" y="18411"/>
                        <a:pt x="0" y="28931"/>
                      </a:cubicBezTo>
                      <a:lnTo>
                        <a:pt x="88766" y="28931"/>
                      </a:lnTo>
                      <a:lnTo>
                        <a:pt x="88766" y="28931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orma libre: forma 23">
                  <a:extLst>
                    <a:ext uri="{FF2B5EF4-FFF2-40B4-BE49-F238E27FC236}">
                      <a16:creationId xmlns:a16="http://schemas.microsoft.com/office/drawing/2014/main" id="{23F53302-D124-8C22-6D47-BBDE72628603}"/>
                    </a:ext>
                  </a:extLst>
                </p:cNvPr>
                <p:cNvSpPr/>
                <p:nvPr/>
              </p:nvSpPr>
              <p:spPr>
                <a:xfrm>
                  <a:off x="5865208" y="5139326"/>
                  <a:ext cx="271558" cy="28931"/>
                </a:xfrm>
                <a:custGeom>
                  <a:avLst/>
                  <a:gdLst>
                    <a:gd name="connsiteX0" fmla="*/ 253148 w 271558"/>
                    <a:gd name="connsiteY0" fmla="*/ 0 h 28931"/>
                    <a:gd name="connsiteX1" fmla="*/ 0 w 271558"/>
                    <a:gd name="connsiteY1" fmla="*/ 0 h 28931"/>
                    <a:gd name="connsiteX2" fmla="*/ 0 w 271558"/>
                    <a:gd name="connsiteY2" fmla="*/ 0 h 28931"/>
                    <a:gd name="connsiteX3" fmla="*/ 0 w 271558"/>
                    <a:gd name="connsiteY3" fmla="*/ 28931 h 28931"/>
                    <a:gd name="connsiteX4" fmla="*/ 0 w 271558"/>
                    <a:gd name="connsiteY4" fmla="*/ 28931 h 28931"/>
                    <a:gd name="connsiteX5" fmla="*/ 271558 w 271558"/>
                    <a:gd name="connsiteY5" fmla="*/ 28931 h 28931"/>
                    <a:gd name="connsiteX6" fmla="*/ 253148 w 271558"/>
                    <a:gd name="connsiteY6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1558" h="28931">
                      <a:moveTo>
                        <a:pt x="253148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271558" y="28931"/>
                      </a:lnTo>
                      <a:cubicBezTo>
                        <a:pt x="265641" y="19068"/>
                        <a:pt x="259723" y="9205"/>
                        <a:pt x="253148" y="0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orma libre: forma 24">
                  <a:extLst>
                    <a:ext uri="{FF2B5EF4-FFF2-40B4-BE49-F238E27FC236}">
                      <a16:creationId xmlns:a16="http://schemas.microsoft.com/office/drawing/2014/main" id="{FFD4BA0F-B69D-5A02-A399-44EFB77140E5}"/>
                    </a:ext>
                  </a:extLst>
                </p:cNvPr>
                <p:cNvSpPr/>
                <p:nvPr/>
              </p:nvSpPr>
              <p:spPr>
                <a:xfrm>
                  <a:off x="5865208" y="5445076"/>
                  <a:ext cx="271558" cy="28931"/>
                </a:xfrm>
                <a:custGeom>
                  <a:avLst/>
                  <a:gdLst>
                    <a:gd name="connsiteX0" fmla="*/ 0 w 271558"/>
                    <a:gd name="connsiteY0" fmla="*/ 0 h 28931"/>
                    <a:gd name="connsiteX1" fmla="*/ 0 w 271558"/>
                    <a:gd name="connsiteY1" fmla="*/ 28931 h 28931"/>
                    <a:gd name="connsiteX2" fmla="*/ 0 w 271558"/>
                    <a:gd name="connsiteY2" fmla="*/ 28931 h 28931"/>
                    <a:gd name="connsiteX3" fmla="*/ 253148 w 271558"/>
                    <a:gd name="connsiteY3" fmla="*/ 28931 h 28931"/>
                    <a:gd name="connsiteX4" fmla="*/ 271558 w 271558"/>
                    <a:gd name="connsiteY4" fmla="*/ 0 h 28931"/>
                    <a:gd name="connsiteX5" fmla="*/ 0 w 271558"/>
                    <a:gd name="connsiteY5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1558" h="28931">
                      <a:moveTo>
                        <a:pt x="0" y="0"/>
                      </a:move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253148" y="28931"/>
                      </a:lnTo>
                      <a:cubicBezTo>
                        <a:pt x="259723" y="19726"/>
                        <a:pt x="265641" y="9863"/>
                        <a:pt x="271558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orma libre: forma 25">
                  <a:extLst>
                    <a:ext uri="{FF2B5EF4-FFF2-40B4-BE49-F238E27FC236}">
                      <a16:creationId xmlns:a16="http://schemas.microsoft.com/office/drawing/2014/main" id="{2045C897-ABDB-4364-0674-4294C6BB9DB3}"/>
                    </a:ext>
                  </a:extLst>
                </p:cNvPr>
                <p:cNvSpPr/>
                <p:nvPr/>
              </p:nvSpPr>
              <p:spPr>
                <a:xfrm>
                  <a:off x="5865208" y="5200476"/>
                  <a:ext cx="295886" cy="28931"/>
                </a:xfrm>
                <a:custGeom>
                  <a:avLst/>
                  <a:gdLst>
                    <a:gd name="connsiteX0" fmla="*/ 107177 w 295886"/>
                    <a:gd name="connsiteY0" fmla="*/ 0 h 28931"/>
                    <a:gd name="connsiteX1" fmla="*/ 97971 w 295886"/>
                    <a:gd name="connsiteY1" fmla="*/ 0 h 28931"/>
                    <a:gd name="connsiteX2" fmla="*/ 88766 w 295886"/>
                    <a:gd name="connsiteY2" fmla="*/ 0 h 28931"/>
                    <a:gd name="connsiteX3" fmla="*/ 88766 w 295886"/>
                    <a:gd name="connsiteY3" fmla="*/ 0 h 28931"/>
                    <a:gd name="connsiteX4" fmla="*/ 19068 w 295886"/>
                    <a:gd name="connsiteY4" fmla="*/ 0 h 28931"/>
                    <a:gd name="connsiteX5" fmla="*/ 0 w 295886"/>
                    <a:gd name="connsiteY5" fmla="*/ 0 h 28931"/>
                    <a:gd name="connsiteX6" fmla="*/ 0 w 295886"/>
                    <a:gd name="connsiteY6" fmla="*/ 0 h 28931"/>
                    <a:gd name="connsiteX7" fmla="*/ 0 w 295886"/>
                    <a:gd name="connsiteY7" fmla="*/ 28931 h 28931"/>
                    <a:gd name="connsiteX8" fmla="*/ 0 w 295886"/>
                    <a:gd name="connsiteY8" fmla="*/ 28931 h 28931"/>
                    <a:gd name="connsiteX9" fmla="*/ 19068 w 295886"/>
                    <a:gd name="connsiteY9" fmla="*/ 28931 h 28931"/>
                    <a:gd name="connsiteX10" fmla="*/ 95999 w 295886"/>
                    <a:gd name="connsiteY10" fmla="*/ 28931 h 28931"/>
                    <a:gd name="connsiteX11" fmla="*/ 95999 w 295886"/>
                    <a:gd name="connsiteY11" fmla="*/ 28931 h 28931"/>
                    <a:gd name="connsiteX12" fmla="*/ 295887 w 295886"/>
                    <a:gd name="connsiteY12" fmla="*/ 28931 h 28931"/>
                    <a:gd name="connsiteX13" fmla="*/ 286024 w 295886"/>
                    <a:gd name="connsiteY13" fmla="*/ 0 h 28931"/>
                    <a:gd name="connsiteX14" fmla="*/ 107177 w 295886"/>
                    <a:gd name="connsiteY14" fmla="*/ 0 h 28931"/>
                    <a:gd name="connsiteX15" fmla="*/ 107177 w 295886"/>
                    <a:gd name="connsiteY15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95886" h="28931">
                      <a:moveTo>
                        <a:pt x="107177" y="0"/>
                      </a:moveTo>
                      <a:lnTo>
                        <a:pt x="97971" y="0"/>
                      </a:lnTo>
                      <a:lnTo>
                        <a:pt x="88766" y="0"/>
                      </a:lnTo>
                      <a:lnTo>
                        <a:pt x="88766" y="0"/>
                      </a:lnTo>
                      <a:lnTo>
                        <a:pt x="1906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19068" y="28931"/>
                      </a:lnTo>
                      <a:lnTo>
                        <a:pt x="95999" y="28931"/>
                      </a:lnTo>
                      <a:lnTo>
                        <a:pt x="95999" y="28931"/>
                      </a:lnTo>
                      <a:lnTo>
                        <a:pt x="295887" y="28931"/>
                      </a:lnTo>
                      <a:cubicBezTo>
                        <a:pt x="293257" y="19068"/>
                        <a:pt x="289969" y="9205"/>
                        <a:pt x="286024" y="0"/>
                      </a:cubicBezTo>
                      <a:lnTo>
                        <a:pt x="107177" y="0"/>
                      </a:lnTo>
                      <a:lnTo>
                        <a:pt x="107177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orma libre: forma 26">
                  <a:extLst>
                    <a:ext uri="{FF2B5EF4-FFF2-40B4-BE49-F238E27FC236}">
                      <a16:creationId xmlns:a16="http://schemas.microsoft.com/office/drawing/2014/main" id="{5D814EBE-0A52-209F-7B70-4CB4DD9FE571}"/>
                    </a:ext>
                  </a:extLst>
                </p:cNvPr>
                <p:cNvSpPr/>
                <p:nvPr/>
              </p:nvSpPr>
              <p:spPr>
                <a:xfrm>
                  <a:off x="5865208" y="5261626"/>
                  <a:ext cx="305749" cy="28931"/>
                </a:xfrm>
                <a:custGeom>
                  <a:avLst/>
                  <a:gdLst>
                    <a:gd name="connsiteX0" fmla="*/ 299832 w 305749"/>
                    <a:gd name="connsiteY0" fmla="*/ 0 h 28931"/>
                    <a:gd name="connsiteX1" fmla="*/ 107177 w 305749"/>
                    <a:gd name="connsiteY1" fmla="*/ 0 h 28931"/>
                    <a:gd name="connsiteX2" fmla="*/ 107177 w 305749"/>
                    <a:gd name="connsiteY2" fmla="*/ 0 h 28931"/>
                    <a:gd name="connsiteX3" fmla="*/ 97971 w 305749"/>
                    <a:gd name="connsiteY3" fmla="*/ 0 h 28931"/>
                    <a:gd name="connsiteX4" fmla="*/ 88766 w 305749"/>
                    <a:gd name="connsiteY4" fmla="*/ 0 h 28931"/>
                    <a:gd name="connsiteX5" fmla="*/ 88766 w 305749"/>
                    <a:gd name="connsiteY5" fmla="*/ 0 h 28931"/>
                    <a:gd name="connsiteX6" fmla="*/ 19068 w 305749"/>
                    <a:gd name="connsiteY6" fmla="*/ 0 h 28931"/>
                    <a:gd name="connsiteX7" fmla="*/ 0 w 305749"/>
                    <a:gd name="connsiteY7" fmla="*/ 0 h 28931"/>
                    <a:gd name="connsiteX8" fmla="*/ 0 w 305749"/>
                    <a:gd name="connsiteY8" fmla="*/ 0 h 28931"/>
                    <a:gd name="connsiteX9" fmla="*/ 0 w 305749"/>
                    <a:gd name="connsiteY9" fmla="*/ 28931 h 28931"/>
                    <a:gd name="connsiteX10" fmla="*/ 0 w 305749"/>
                    <a:gd name="connsiteY10" fmla="*/ 28931 h 28931"/>
                    <a:gd name="connsiteX11" fmla="*/ 19068 w 305749"/>
                    <a:gd name="connsiteY11" fmla="*/ 28931 h 28931"/>
                    <a:gd name="connsiteX12" fmla="*/ 95999 w 305749"/>
                    <a:gd name="connsiteY12" fmla="*/ 28931 h 28931"/>
                    <a:gd name="connsiteX13" fmla="*/ 95999 w 305749"/>
                    <a:gd name="connsiteY13" fmla="*/ 28931 h 28931"/>
                    <a:gd name="connsiteX14" fmla="*/ 299832 w 305749"/>
                    <a:gd name="connsiteY14" fmla="*/ 28931 h 28931"/>
                    <a:gd name="connsiteX15" fmla="*/ 305750 w 305749"/>
                    <a:gd name="connsiteY15" fmla="*/ 28931 h 28931"/>
                    <a:gd name="connsiteX16" fmla="*/ 302462 w 305749"/>
                    <a:gd name="connsiteY16" fmla="*/ 0 h 28931"/>
                    <a:gd name="connsiteX17" fmla="*/ 299832 w 305749"/>
                    <a:gd name="connsiteY17" fmla="*/ 0 h 28931"/>
                    <a:gd name="connsiteX18" fmla="*/ 299832 w 305749"/>
                    <a:gd name="connsiteY18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05749" h="28931">
                      <a:moveTo>
                        <a:pt x="299832" y="0"/>
                      </a:moveTo>
                      <a:lnTo>
                        <a:pt x="107177" y="0"/>
                      </a:lnTo>
                      <a:lnTo>
                        <a:pt x="107177" y="0"/>
                      </a:lnTo>
                      <a:lnTo>
                        <a:pt x="97971" y="0"/>
                      </a:lnTo>
                      <a:lnTo>
                        <a:pt x="88766" y="0"/>
                      </a:lnTo>
                      <a:lnTo>
                        <a:pt x="88766" y="0"/>
                      </a:lnTo>
                      <a:lnTo>
                        <a:pt x="1906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19068" y="28931"/>
                      </a:lnTo>
                      <a:lnTo>
                        <a:pt x="95999" y="28931"/>
                      </a:lnTo>
                      <a:lnTo>
                        <a:pt x="95999" y="28931"/>
                      </a:lnTo>
                      <a:lnTo>
                        <a:pt x="299832" y="28931"/>
                      </a:lnTo>
                      <a:lnTo>
                        <a:pt x="305750" y="28931"/>
                      </a:lnTo>
                      <a:cubicBezTo>
                        <a:pt x="305092" y="19068"/>
                        <a:pt x="304435" y="9863"/>
                        <a:pt x="302462" y="0"/>
                      </a:cubicBezTo>
                      <a:lnTo>
                        <a:pt x="299832" y="0"/>
                      </a:lnTo>
                      <a:lnTo>
                        <a:pt x="299832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orma libre: forma 27">
                  <a:extLst>
                    <a:ext uri="{FF2B5EF4-FFF2-40B4-BE49-F238E27FC236}">
                      <a16:creationId xmlns:a16="http://schemas.microsoft.com/office/drawing/2014/main" id="{45CD7F37-53B7-31BE-7571-D0C4573BB0D3}"/>
                    </a:ext>
                  </a:extLst>
                </p:cNvPr>
                <p:cNvSpPr/>
                <p:nvPr/>
              </p:nvSpPr>
              <p:spPr>
                <a:xfrm>
                  <a:off x="5865208" y="5322776"/>
                  <a:ext cx="305749" cy="28931"/>
                </a:xfrm>
                <a:custGeom>
                  <a:avLst/>
                  <a:gdLst>
                    <a:gd name="connsiteX0" fmla="*/ 299832 w 305749"/>
                    <a:gd name="connsiteY0" fmla="*/ 0 h 28931"/>
                    <a:gd name="connsiteX1" fmla="*/ 107177 w 305749"/>
                    <a:gd name="connsiteY1" fmla="*/ 0 h 28931"/>
                    <a:gd name="connsiteX2" fmla="*/ 107177 w 305749"/>
                    <a:gd name="connsiteY2" fmla="*/ 0 h 28931"/>
                    <a:gd name="connsiteX3" fmla="*/ 97971 w 305749"/>
                    <a:gd name="connsiteY3" fmla="*/ 0 h 28931"/>
                    <a:gd name="connsiteX4" fmla="*/ 88766 w 305749"/>
                    <a:gd name="connsiteY4" fmla="*/ 0 h 28931"/>
                    <a:gd name="connsiteX5" fmla="*/ 88766 w 305749"/>
                    <a:gd name="connsiteY5" fmla="*/ 0 h 28931"/>
                    <a:gd name="connsiteX6" fmla="*/ 19068 w 305749"/>
                    <a:gd name="connsiteY6" fmla="*/ 0 h 28931"/>
                    <a:gd name="connsiteX7" fmla="*/ 0 w 305749"/>
                    <a:gd name="connsiteY7" fmla="*/ 0 h 28931"/>
                    <a:gd name="connsiteX8" fmla="*/ 0 w 305749"/>
                    <a:gd name="connsiteY8" fmla="*/ 0 h 28931"/>
                    <a:gd name="connsiteX9" fmla="*/ 0 w 305749"/>
                    <a:gd name="connsiteY9" fmla="*/ 28931 h 28931"/>
                    <a:gd name="connsiteX10" fmla="*/ 0 w 305749"/>
                    <a:gd name="connsiteY10" fmla="*/ 28931 h 28931"/>
                    <a:gd name="connsiteX11" fmla="*/ 19068 w 305749"/>
                    <a:gd name="connsiteY11" fmla="*/ 28931 h 28931"/>
                    <a:gd name="connsiteX12" fmla="*/ 95999 w 305749"/>
                    <a:gd name="connsiteY12" fmla="*/ 28931 h 28931"/>
                    <a:gd name="connsiteX13" fmla="*/ 95999 w 305749"/>
                    <a:gd name="connsiteY13" fmla="*/ 28931 h 28931"/>
                    <a:gd name="connsiteX14" fmla="*/ 299832 w 305749"/>
                    <a:gd name="connsiteY14" fmla="*/ 28931 h 28931"/>
                    <a:gd name="connsiteX15" fmla="*/ 302462 w 305749"/>
                    <a:gd name="connsiteY15" fmla="*/ 28931 h 28931"/>
                    <a:gd name="connsiteX16" fmla="*/ 305750 w 305749"/>
                    <a:gd name="connsiteY16" fmla="*/ 0 h 28931"/>
                    <a:gd name="connsiteX17" fmla="*/ 299832 w 305749"/>
                    <a:gd name="connsiteY17" fmla="*/ 0 h 28931"/>
                    <a:gd name="connsiteX18" fmla="*/ 299832 w 305749"/>
                    <a:gd name="connsiteY18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05749" h="28931">
                      <a:moveTo>
                        <a:pt x="299832" y="0"/>
                      </a:moveTo>
                      <a:lnTo>
                        <a:pt x="107177" y="0"/>
                      </a:lnTo>
                      <a:lnTo>
                        <a:pt x="107177" y="0"/>
                      </a:lnTo>
                      <a:lnTo>
                        <a:pt x="97971" y="0"/>
                      </a:lnTo>
                      <a:lnTo>
                        <a:pt x="88766" y="0"/>
                      </a:lnTo>
                      <a:lnTo>
                        <a:pt x="88766" y="0"/>
                      </a:lnTo>
                      <a:lnTo>
                        <a:pt x="1906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19068" y="28931"/>
                      </a:lnTo>
                      <a:lnTo>
                        <a:pt x="95999" y="28931"/>
                      </a:lnTo>
                      <a:lnTo>
                        <a:pt x="95999" y="28931"/>
                      </a:lnTo>
                      <a:lnTo>
                        <a:pt x="299832" y="28931"/>
                      </a:lnTo>
                      <a:lnTo>
                        <a:pt x="302462" y="28931"/>
                      </a:lnTo>
                      <a:cubicBezTo>
                        <a:pt x="303777" y="19726"/>
                        <a:pt x="305092" y="9863"/>
                        <a:pt x="305750" y="0"/>
                      </a:cubicBezTo>
                      <a:lnTo>
                        <a:pt x="299832" y="0"/>
                      </a:lnTo>
                      <a:lnTo>
                        <a:pt x="299832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orma libre: forma 28">
                  <a:extLst>
                    <a:ext uri="{FF2B5EF4-FFF2-40B4-BE49-F238E27FC236}">
                      <a16:creationId xmlns:a16="http://schemas.microsoft.com/office/drawing/2014/main" id="{6C50ED1E-3B08-EDE2-7F79-8E2F642BB95D}"/>
                    </a:ext>
                  </a:extLst>
                </p:cNvPr>
                <p:cNvSpPr/>
                <p:nvPr/>
              </p:nvSpPr>
              <p:spPr>
                <a:xfrm>
                  <a:off x="5865208" y="5383926"/>
                  <a:ext cx="295886" cy="28931"/>
                </a:xfrm>
                <a:custGeom>
                  <a:avLst/>
                  <a:gdLst>
                    <a:gd name="connsiteX0" fmla="*/ 107177 w 295886"/>
                    <a:gd name="connsiteY0" fmla="*/ 0 h 28931"/>
                    <a:gd name="connsiteX1" fmla="*/ 97971 w 295886"/>
                    <a:gd name="connsiteY1" fmla="*/ 0 h 28931"/>
                    <a:gd name="connsiteX2" fmla="*/ 88766 w 295886"/>
                    <a:gd name="connsiteY2" fmla="*/ 0 h 28931"/>
                    <a:gd name="connsiteX3" fmla="*/ 88766 w 295886"/>
                    <a:gd name="connsiteY3" fmla="*/ 0 h 28931"/>
                    <a:gd name="connsiteX4" fmla="*/ 19068 w 295886"/>
                    <a:gd name="connsiteY4" fmla="*/ 0 h 28931"/>
                    <a:gd name="connsiteX5" fmla="*/ 0 w 295886"/>
                    <a:gd name="connsiteY5" fmla="*/ 0 h 28931"/>
                    <a:gd name="connsiteX6" fmla="*/ 0 w 295886"/>
                    <a:gd name="connsiteY6" fmla="*/ 0 h 28931"/>
                    <a:gd name="connsiteX7" fmla="*/ 0 w 295886"/>
                    <a:gd name="connsiteY7" fmla="*/ 28931 h 28931"/>
                    <a:gd name="connsiteX8" fmla="*/ 0 w 295886"/>
                    <a:gd name="connsiteY8" fmla="*/ 28931 h 28931"/>
                    <a:gd name="connsiteX9" fmla="*/ 19068 w 295886"/>
                    <a:gd name="connsiteY9" fmla="*/ 28931 h 28931"/>
                    <a:gd name="connsiteX10" fmla="*/ 95999 w 295886"/>
                    <a:gd name="connsiteY10" fmla="*/ 28931 h 28931"/>
                    <a:gd name="connsiteX11" fmla="*/ 95999 w 295886"/>
                    <a:gd name="connsiteY11" fmla="*/ 28931 h 28931"/>
                    <a:gd name="connsiteX12" fmla="*/ 286024 w 295886"/>
                    <a:gd name="connsiteY12" fmla="*/ 28931 h 28931"/>
                    <a:gd name="connsiteX13" fmla="*/ 295887 w 295886"/>
                    <a:gd name="connsiteY13" fmla="*/ 0 h 28931"/>
                    <a:gd name="connsiteX14" fmla="*/ 107177 w 295886"/>
                    <a:gd name="connsiteY14" fmla="*/ 0 h 28931"/>
                    <a:gd name="connsiteX15" fmla="*/ 107177 w 295886"/>
                    <a:gd name="connsiteY15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95886" h="28931">
                      <a:moveTo>
                        <a:pt x="107177" y="0"/>
                      </a:moveTo>
                      <a:lnTo>
                        <a:pt x="97971" y="0"/>
                      </a:lnTo>
                      <a:lnTo>
                        <a:pt x="88766" y="0"/>
                      </a:lnTo>
                      <a:lnTo>
                        <a:pt x="88766" y="0"/>
                      </a:lnTo>
                      <a:lnTo>
                        <a:pt x="1906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8931"/>
                      </a:lnTo>
                      <a:lnTo>
                        <a:pt x="0" y="28931"/>
                      </a:lnTo>
                      <a:lnTo>
                        <a:pt x="19068" y="28931"/>
                      </a:lnTo>
                      <a:lnTo>
                        <a:pt x="95999" y="28931"/>
                      </a:lnTo>
                      <a:lnTo>
                        <a:pt x="95999" y="28931"/>
                      </a:lnTo>
                      <a:lnTo>
                        <a:pt x="286024" y="28931"/>
                      </a:lnTo>
                      <a:cubicBezTo>
                        <a:pt x="289969" y="19726"/>
                        <a:pt x="293257" y="9863"/>
                        <a:pt x="295887" y="0"/>
                      </a:cubicBezTo>
                      <a:lnTo>
                        <a:pt x="107177" y="0"/>
                      </a:lnTo>
                      <a:lnTo>
                        <a:pt x="107177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orma libre: forma 29">
                  <a:extLst>
                    <a:ext uri="{FF2B5EF4-FFF2-40B4-BE49-F238E27FC236}">
                      <a16:creationId xmlns:a16="http://schemas.microsoft.com/office/drawing/2014/main" id="{3804A6D7-EC37-BB88-43DD-42A5A54A267C}"/>
                    </a:ext>
                  </a:extLst>
                </p:cNvPr>
                <p:cNvSpPr/>
                <p:nvPr/>
              </p:nvSpPr>
              <p:spPr>
                <a:xfrm>
                  <a:off x="5672552" y="5506226"/>
                  <a:ext cx="418844" cy="28931"/>
                </a:xfrm>
                <a:custGeom>
                  <a:avLst/>
                  <a:gdLst>
                    <a:gd name="connsiteX0" fmla="*/ 110465 w 418844"/>
                    <a:gd name="connsiteY0" fmla="*/ 0 h 28931"/>
                    <a:gd name="connsiteX1" fmla="*/ 93369 w 418844"/>
                    <a:gd name="connsiteY1" fmla="*/ 0 h 28931"/>
                    <a:gd name="connsiteX2" fmla="*/ 75616 w 418844"/>
                    <a:gd name="connsiteY2" fmla="*/ 0 h 28931"/>
                    <a:gd name="connsiteX3" fmla="*/ 75616 w 418844"/>
                    <a:gd name="connsiteY3" fmla="*/ 0 h 28931"/>
                    <a:gd name="connsiteX4" fmla="*/ 0 w 418844"/>
                    <a:gd name="connsiteY4" fmla="*/ 0 h 28931"/>
                    <a:gd name="connsiteX5" fmla="*/ 31562 w 418844"/>
                    <a:gd name="connsiteY5" fmla="*/ 28931 h 28931"/>
                    <a:gd name="connsiteX6" fmla="*/ 88766 w 418844"/>
                    <a:gd name="connsiteY6" fmla="*/ 28931 h 28931"/>
                    <a:gd name="connsiteX7" fmla="*/ 88766 w 418844"/>
                    <a:gd name="connsiteY7" fmla="*/ 28931 h 28931"/>
                    <a:gd name="connsiteX8" fmla="*/ 387283 w 418844"/>
                    <a:gd name="connsiteY8" fmla="*/ 28931 h 28931"/>
                    <a:gd name="connsiteX9" fmla="*/ 418845 w 418844"/>
                    <a:gd name="connsiteY9" fmla="*/ 0 h 28931"/>
                    <a:gd name="connsiteX10" fmla="*/ 110465 w 418844"/>
                    <a:gd name="connsiteY10" fmla="*/ 0 h 28931"/>
                    <a:gd name="connsiteX11" fmla="*/ 110465 w 418844"/>
                    <a:gd name="connsiteY11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8844" h="28931">
                      <a:moveTo>
                        <a:pt x="110465" y="0"/>
                      </a:moveTo>
                      <a:lnTo>
                        <a:pt x="93369" y="0"/>
                      </a:lnTo>
                      <a:lnTo>
                        <a:pt x="75616" y="0"/>
                      </a:lnTo>
                      <a:lnTo>
                        <a:pt x="75616" y="0"/>
                      </a:lnTo>
                      <a:lnTo>
                        <a:pt x="0" y="0"/>
                      </a:lnTo>
                      <a:cubicBezTo>
                        <a:pt x="9863" y="10520"/>
                        <a:pt x="20384" y="19726"/>
                        <a:pt x="31562" y="28931"/>
                      </a:cubicBezTo>
                      <a:lnTo>
                        <a:pt x="88766" y="28931"/>
                      </a:lnTo>
                      <a:lnTo>
                        <a:pt x="88766" y="28931"/>
                      </a:lnTo>
                      <a:lnTo>
                        <a:pt x="387283" y="28931"/>
                      </a:lnTo>
                      <a:cubicBezTo>
                        <a:pt x="398461" y="20383"/>
                        <a:pt x="408982" y="10520"/>
                        <a:pt x="418845" y="0"/>
                      </a:cubicBezTo>
                      <a:lnTo>
                        <a:pt x="110465" y="0"/>
                      </a:lnTo>
                      <a:lnTo>
                        <a:pt x="110465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orma libre: forma 30">
                  <a:extLst>
                    <a:ext uri="{FF2B5EF4-FFF2-40B4-BE49-F238E27FC236}">
                      <a16:creationId xmlns:a16="http://schemas.microsoft.com/office/drawing/2014/main" id="{E4555650-BD6B-E5D5-0A70-4AA4EB815C41}"/>
                    </a:ext>
                  </a:extLst>
                </p:cNvPr>
                <p:cNvSpPr/>
                <p:nvPr/>
              </p:nvSpPr>
              <p:spPr>
                <a:xfrm>
                  <a:off x="5756058" y="5567376"/>
                  <a:ext cx="251832" cy="28931"/>
                </a:xfrm>
                <a:custGeom>
                  <a:avLst/>
                  <a:gdLst>
                    <a:gd name="connsiteX0" fmla="*/ 26959 w 251832"/>
                    <a:gd name="connsiteY0" fmla="*/ 0 h 28931"/>
                    <a:gd name="connsiteX1" fmla="*/ 9863 w 251832"/>
                    <a:gd name="connsiteY1" fmla="*/ 0 h 28931"/>
                    <a:gd name="connsiteX2" fmla="*/ 0 w 251832"/>
                    <a:gd name="connsiteY2" fmla="*/ 0 h 28931"/>
                    <a:gd name="connsiteX3" fmla="*/ 125588 w 251832"/>
                    <a:gd name="connsiteY3" fmla="*/ 28931 h 28931"/>
                    <a:gd name="connsiteX4" fmla="*/ 126245 w 251832"/>
                    <a:gd name="connsiteY4" fmla="*/ 28931 h 28931"/>
                    <a:gd name="connsiteX5" fmla="*/ 251833 w 251832"/>
                    <a:gd name="connsiteY5" fmla="*/ 0 h 28931"/>
                    <a:gd name="connsiteX6" fmla="*/ 26959 w 251832"/>
                    <a:gd name="connsiteY6" fmla="*/ 0 h 28931"/>
                    <a:gd name="connsiteX7" fmla="*/ 26959 w 251832"/>
                    <a:gd name="connsiteY7" fmla="*/ 0 h 28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1832" h="28931">
                      <a:moveTo>
                        <a:pt x="26959" y="0"/>
                      </a:moveTo>
                      <a:lnTo>
                        <a:pt x="9863" y="0"/>
                      </a:lnTo>
                      <a:lnTo>
                        <a:pt x="0" y="0"/>
                      </a:lnTo>
                      <a:cubicBezTo>
                        <a:pt x="38136" y="18411"/>
                        <a:pt x="80876" y="28931"/>
                        <a:pt x="125588" y="28931"/>
                      </a:cubicBezTo>
                      <a:lnTo>
                        <a:pt x="126245" y="28931"/>
                      </a:lnTo>
                      <a:cubicBezTo>
                        <a:pt x="171615" y="28931"/>
                        <a:pt x="213696" y="18411"/>
                        <a:pt x="251833" y="0"/>
                      </a:cubicBezTo>
                      <a:lnTo>
                        <a:pt x="26959" y="0"/>
                      </a:lnTo>
                      <a:lnTo>
                        <a:pt x="26959" y="0"/>
                      </a:ln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5CDE5E1-AA90-E2C4-877A-2155063475C9}"/>
                  </a:ext>
                </a:extLst>
              </p:cNvPr>
              <p:cNvSpPr txBox="1"/>
              <p:nvPr/>
            </p:nvSpPr>
            <p:spPr>
              <a:xfrm>
                <a:off x="4625349" y="5663702"/>
                <a:ext cx="24797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AC2F3"/>
                    </a:solidFill>
                  </a:rPr>
                  <a:t>Smart Document Management</a:t>
                </a:r>
              </a:p>
            </p:txBody>
          </p:sp>
        </p:grp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54F5C877-9035-0598-3AA4-1A4EFAE7C31A}"/>
                </a:ext>
              </a:extLst>
            </p:cNvPr>
            <p:cNvGrpSpPr/>
            <p:nvPr/>
          </p:nvGrpSpPr>
          <p:grpSpPr>
            <a:xfrm>
              <a:off x="7373175" y="5017355"/>
              <a:ext cx="1881862" cy="954124"/>
              <a:chOff x="7369618" y="5017355"/>
              <a:chExt cx="1881862" cy="954124"/>
            </a:xfrm>
          </p:grpSpPr>
          <p:grpSp>
            <p:nvGrpSpPr>
              <p:cNvPr id="58" name="Gráfico 10">
                <a:extLst>
                  <a:ext uri="{FF2B5EF4-FFF2-40B4-BE49-F238E27FC236}">
                    <a16:creationId xmlns:a16="http://schemas.microsoft.com/office/drawing/2014/main" id="{3BC60696-5545-B7BD-2544-00908945C3F4}"/>
                  </a:ext>
                </a:extLst>
              </p:cNvPr>
              <p:cNvGrpSpPr/>
              <p:nvPr/>
            </p:nvGrpSpPr>
            <p:grpSpPr>
              <a:xfrm>
                <a:off x="8020909" y="5017355"/>
                <a:ext cx="578623" cy="578622"/>
                <a:chOff x="8020909" y="5017355"/>
                <a:chExt cx="578623" cy="578622"/>
              </a:xfrm>
              <a:solidFill>
                <a:srgbClr val="0AC2F3"/>
              </a:solidFill>
            </p:grpSpPr>
            <p:sp>
              <p:nvSpPr>
                <p:cNvPr id="59" name="Forma libre: forma 58">
                  <a:extLst>
                    <a:ext uri="{FF2B5EF4-FFF2-40B4-BE49-F238E27FC236}">
                      <a16:creationId xmlns:a16="http://schemas.microsoft.com/office/drawing/2014/main" id="{F013FF0F-DEE1-C6F5-2BE4-97A3FABA2829}"/>
                    </a:ext>
                  </a:extLst>
                </p:cNvPr>
                <p:cNvSpPr/>
                <p:nvPr/>
              </p:nvSpPr>
              <p:spPr>
                <a:xfrm>
                  <a:off x="8193485" y="5176805"/>
                  <a:ext cx="235418" cy="258407"/>
                </a:xfrm>
                <a:custGeom>
                  <a:avLst/>
                  <a:gdLst>
                    <a:gd name="connsiteX0" fmla="*/ 117064 w 235418"/>
                    <a:gd name="connsiteY0" fmla="*/ 258408 h 258407"/>
                    <a:gd name="connsiteX1" fmla="*/ 235419 w 235418"/>
                    <a:gd name="connsiteY1" fmla="*/ 140053 h 258407"/>
                    <a:gd name="connsiteX2" fmla="*/ 117064 w 235418"/>
                    <a:gd name="connsiteY2" fmla="*/ 21698 h 258407"/>
                    <a:gd name="connsiteX3" fmla="*/ 83530 w 235418"/>
                    <a:gd name="connsiteY3" fmla="*/ 26301 h 258407"/>
                    <a:gd name="connsiteX4" fmla="*/ 74325 w 235418"/>
                    <a:gd name="connsiteY4" fmla="*/ 17096 h 258407"/>
                    <a:gd name="connsiteX5" fmla="*/ 74982 w 235418"/>
                    <a:gd name="connsiteY5" fmla="*/ 13808 h 258407"/>
                    <a:gd name="connsiteX6" fmla="*/ 61174 w 235418"/>
                    <a:gd name="connsiteY6" fmla="*/ 0 h 258407"/>
                    <a:gd name="connsiteX7" fmla="*/ 47366 w 235418"/>
                    <a:gd name="connsiteY7" fmla="*/ 13808 h 258407"/>
                    <a:gd name="connsiteX8" fmla="*/ 61174 w 235418"/>
                    <a:gd name="connsiteY8" fmla="*/ 27616 h 258407"/>
                    <a:gd name="connsiteX9" fmla="*/ 67092 w 235418"/>
                    <a:gd name="connsiteY9" fmla="*/ 26301 h 258407"/>
                    <a:gd name="connsiteX10" fmla="*/ 71695 w 235418"/>
                    <a:gd name="connsiteY10" fmla="*/ 30904 h 258407"/>
                    <a:gd name="connsiteX11" fmla="*/ 43421 w 235418"/>
                    <a:gd name="connsiteY11" fmla="*/ 47999 h 258407"/>
                    <a:gd name="connsiteX12" fmla="*/ 30928 w 235418"/>
                    <a:gd name="connsiteY12" fmla="*/ 35506 h 258407"/>
                    <a:gd name="connsiteX13" fmla="*/ 31585 w 235418"/>
                    <a:gd name="connsiteY13" fmla="*/ 32219 h 258407"/>
                    <a:gd name="connsiteX14" fmla="*/ 17777 w 235418"/>
                    <a:gd name="connsiteY14" fmla="*/ 18411 h 258407"/>
                    <a:gd name="connsiteX15" fmla="*/ 3969 w 235418"/>
                    <a:gd name="connsiteY15" fmla="*/ 32219 h 258407"/>
                    <a:gd name="connsiteX16" fmla="*/ 17777 w 235418"/>
                    <a:gd name="connsiteY16" fmla="*/ 46027 h 258407"/>
                    <a:gd name="connsiteX17" fmla="*/ 23695 w 235418"/>
                    <a:gd name="connsiteY17" fmla="*/ 44712 h 258407"/>
                    <a:gd name="connsiteX18" fmla="*/ 34873 w 235418"/>
                    <a:gd name="connsiteY18" fmla="*/ 55890 h 258407"/>
                    <a:gd name="connsiteX19" fmla="*/ 24 w 235418"/>
                    <a:gd name="connsiteY19" fmla="*/ 139396 h 258407"/>
                    <a:gd name="connsiteX20" fmla="*/ 117064 w 235418"/>
                    <a:gd name="connsiteY20" fmla="*/ 258408 h 258407"/>
                    <a:gd name="connsiteX21" fmla="*/ 181501 w 235418"/>
                    <a:gd name="connsiteY21" fmla="*/ 126245 h 258407"/>
                    <a:gd name="connsiteX22" fmla="*/ 197282 w 235418"/>
                    <a:gd name="connsiteY22" fmla="*/ 110464 h 258407"/>
                    <a:gd name="connsiteX23" fmla="*/ 213063 w 235418"/>
                    <a:gd name="connsiteY23" fmla="*/ 126245 h 258407"/>
                    <a:gd name="connsiteX24" fmla="*/ 197282 w 235418"/>
                    <a:gd name="connsiteY24" fmla="*/ 142026 h 258407"/>
                    <a:gd name="connsiteX25" fmla="*/ 181501 w 235418"/>
                    <a:gd name="connsiteY25" fmla="*/ 126245 h 258407"/>
                    <a:gd name="connsiteX26" fmla="*/ 107859 w 235418"/>
                    <a:gd name="connsiteY26" fmla="*/ 126245 h 258407"/>
                    <a:gd name="connsiteX27" fmla="*/ 123639 w 235418"/>
                    <a:gd name="connsiteY27" fmla="*/ 110464 h 258407"/>
                    <a:gd name="connsiteX28" fmla="*/ 139419 w 235418"/>
                    <a:gd name="connsiteY28" fmla="*/ 126245 h 258407"/>
                    <a:gd name="connsiteX29" fmla="*/ 123639 w 235418"/>
                    <a:gd name="connsiteY29" fmla="*/ 142026 h 258407"/>
                    <a:gd name="connsiteX30" fmla="*/ 107859 w 235418"/>
                    <a:gd name="connsiteY30" fmla="*/ 126245 h 25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5418" h="258407">
                      <a:moveTo>
                        <a:pt x="117064" y="258408"/>
                      </a:moveTo>
                      <a:cubicBezTo>
                        <a:pt x="182159" y="258408"/>
                        <a:pt x="235419" y="205148"/>
                        <a:pt x="235419" y="140053"/>
                      </a:cubicBezTo>
                      <a:cubicBezTo>
                        <a:pt x="235419" y="74958"/>
                        <a:pt x="182159" y="21698"/>
                        <a:pt x="117064" y="21698"/>
                      </a:cubicBezTo>
                      <a:cubicBezTo>
                        <a:pt x="105228" y="21698"/>
                        <a:pt x="94050" y="23671"/>
                        <a:pt x="83530" y="26301"/>
                      </a:cubicBezTo>
                      <a:cubicBezTo>
                        <a:pt x="80242" y="23013"/>
                        <a:pt x="77612" y="20383"/>
                        <a:pt x="74325" y="17096"/>
                      </a:cubicBezTo>
                      <a:cubicBezTo>
                        <a:pt x="74325" y="15781"/>
                        <a:pt x="74982" y="15123"/>
                        <a:pt x="74982" y="13808"/>
                      </a:cubicBezTo>
                      <a:cubicBezTo>
                        <a:pt x="74982" y="6575"/>
                        <a:pt x="69064" y="0"/>
                        <a:pt x="61174" y="0"/>
                      </a:cubicBezTo>
                      <a:cubicBezTo>
                        <a:pt x="53941" y="0"/>
                        <a:pt x="47366" y="5918"/>
                        <a:pt x="47366" y="13808"/>
                      </a:cubicBezTo>
                      <a:cubicBezTo>
                        <a:pt x="47366" y="21041"/>
                        <a:pt x="53284" y="27616"/>
                        <a:pt x="61174" y="27616"/>
                      </a:cubicBezTo>
                      <a:cubicBezTo>
                        <a:pt x="63147" y="27616"/>
                        <a:pt x="65119" y="26959"/>
                        <a:pt x="67092" y="26301"/>
                      </a:cubicBezTo>
                      <a:cubicBezTo>
                        <a:pt x="68407" y="27616"/>
                        <a:pt x="70380" y="28931"/>
                        <a:pt x="71695" y="30904"/>
                      </a:cubicBezTo>
                      <a:cubicBezTo>
                        <a:pt x="61174" y="35506"/>
                        <a:pt x="51969" y="41424"/>
                        <a:pt x="43421" y="47999"/>
                      </a:cubicBezTo>
                      <a:cubicBezTo>
                        <a:pt x="39476" y="44054"/>
                        <a:pt x="35531" y="39452"/>
                        <a:pt x="30928" y="35506"/>
                      </a:cubicBezTo>
                      <a:cubicBezTo>
                        <a:pt x="30928" y="34191"/>
                        <a:pt x="31585" y="33534"/>
                        <a:pt x="31585" y="32219"/>
                      </a:cubicBezTo>
                      <a:cubicBezTo>
                        <a:pt x="31585" y="24986"/>
                        <a:pt x="25668" y="18411"/>
                        <a:pt x="17777" y="18411"/>
                      </a:cubicBezTo>
                      <a:cubicBezTo>
                        <a:pt x="10544" y="18411"/>
                        <a:pt x="3969" y="24328"/>
                        <a:pt x="3969" y="32219"/>
                      </a:cubicBezTo>
                      <a:cubicBezTo>
                        <a:pt x="3969" y="39452"/>
                        <a:pt x="9887" y="46027"/>
                        <a:pt x="17777" y="46027"/>
                      </a:cubicBezTo>
                      <a:cubicBezTo>
                        <a:pt x="19750" y="46027"/>
                        <a:pt x="21722" y="45369"/>
                        <a:pt x="23695" y="44712"/>
                      </a:cubicBezTo>
                      <a:cubicBezTo>
                        <a:pt x="27640" y="47999"/>
                        <a:pt x="31585" y="51945"/>
                        <a:pt x="34873" y="55890"/>
                      </a:cubicBezTo>
                      <a:cubicBezTo>
                        <a:pt x="13175" y="77588"/>
                        <a:pt x="24" y="107177"/>
                        <a:pt x="24" y="139396"/>
                      </a:cubicBezTo>
                      <a:cubicBezTo>
                        <a:pt x="-1291" y="205806"/>
                        <a:pt x="51311" y="258408"/>
                        <a:pt x="117064" y="258408"/>
                      </a:cubicBezTo>
                      <a:close/>
                      <a:moveTo>
                        <a:pt x="181501" y="126245"/>
                      </a:moveTo>
                      <a:cubicBezTo>
                        <a:pt x="181501" y="117697"/>
                        <a:pt x="188734" y="110464"/>
                        <a:pt x="197282" y="110464"/>
                      </a:cubicBezTo>
                      <a:cubicBezTo>
                        <a:pt x="205830" y="110464"/>
                        <a:pt x="213063" y="117697"/>
                        <a:pt x="213063" y="126245"/>
                      </a:cubicBezTo>
                      <a:cubicBezTo>
                        <a:pt x="213063" y="134793"/>
                        <a:pt x="205830" y="142026"/>
                        <a:pt x="197282" y="142026"/>
                      </a:cubicBezTo>
                      <a:cubicBezTo>
                        <a:pt x="188734" y="142026"/>
                        <a:pt x="181501" y="134793"/>
                        <a:pt x="181501" y="126245"/>
                      </a:cubicBezTo>
                      <a:close/>
                      <a:moveTo>
                        <a:pt x="107859" y="126245"/>
                      </a:moveTo>
                      <a:cubicBezTo>
                        <a:pt x="107859" y="117697"/>
                        <a:pt x="115091" y="110464"/>
                        <a:pt x="123639" y="110464"/>
                      </a:cubicBezTo>
                      <a:cubicBezTo>
                        <a:pt x="132187" y="110464"/>
                        <a:pt x="139419" y="117697"/>
                        <a:pt x="139419" y="126245"/>
                      </a:cubicBezTo>
                      <a:cubicBezTo>
                        <a:pt x="139419" y="134793"/>
                        <a:pt x="132187" y="142026"/>
                        <a:pt x="123639" y="142026"/>
                      </a:cubicBezTo>
                      <a:cubicBezTo>
                        <a:pt x="115091" y="142026"/>
                        <a:pt x="107859" y="134793"/>
                        <a:pt x="107859" y="126245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60" name="Gráfico 10">
                  <a:extLst>
                    <a:ext uri="{FF2B5EF4-FFF2-40B4-BE49-F238E27FC236}">
                      <a16:creationId xmlns:a16="http://schemas.microsoft.com/office/drawing/2014/main" id="{557CD997-9E96-F4ED-48CB-C2528E11243B}"/>
                    </a:ext>
                  </a:extLst>
                </p:cNvPr>
                <p:cNvGrpSpPr/>
                <p:nvPr/>
              </p:nvGrpSpPr>
              <p:grpSpPr>
                <a:xfrm>
                  <a:off x="8020909" y="5017355"/>
                  <a:ext cx="578623" cy="578622"/>
                  <a:chOff x="8020909" y="5017355"/>
                  <a:chExt cx="578623" cy="578622"/>
                </a:xfrm>
                <a:solidFill>
                  <a:srgbClr val="0AC2F3"/>
                </a:solidFill>
              </p:grpSpPr>
              <p:grpSp>
                <p:nvGrpSpPr>
                  <p:cNvPr id="61" name="Gráfico 10">
                    <a:extLst>
                      <a:ext uri="{FF2B5EF4-FFF2-40B4-BE49-F238E27FC236}">
                        <a16:creationId xmlns:a16="http://schemas.microsoft.com/office/drawing/2014/main" id="{A2A98AC5-48A9-735A-B2D3-3FD09A54E31A}"/>
                      </a:ext>
                    </a:extLst>
                  </p:cNvPr>
                  <p:cNvGrpSpPr/>
                  <p:nvPr/>
                </p:nvGrpSpPr>
                <p:grpSpPr>
                  <a:xfrm>
                    <a:off x="8074826" y="5071272"/>
                    <a:ext cx="470789" cy="470624"/>
                    <a:chOff x="8074826" y="5071272"/>
                    <a:chExt cx="470789" cy="470624"/>
                  </a:xfrm>
                  <a:solidFill>
                    <a:srgbClr val="0AC2F3"/>
                  </a:solidFill>
                </p:grpSpPr>
                <p:grpSp>
                  <p:nvGrpSpPr>
                    <p:cNvPr id="62" name="Gráfico 10">
                      <a:extLst>
                        <a:ext uri="{FF2B5EF4-FFF2-40B4-BE49-F238E27FC236}">
                          <a16:creationId xmlns:a16="http://schemas.microsoft.com/office/drawing/2014/main" id="{8AF8274C-2F1B-3A8C-6E0D-13281EF7FE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74990" y="5071272"/>
                      <a:ext cx="470624" cy="470131"/>
                      <a:chOff x="8074990" y="5071272"/>
                      <a:chExt cx="470624" cy="470131"/>
                    </a:xfrm>
                    <a:solidFill>
                      <a:srgbClr val="0AC2F3"/>
                    </a:solidFill>
                  </p:grpSpPr>
                  <p:sp>
                    <p:nvSpPr>
                      <p:cNvPr id="63" name="Forma libre: forma 62">
                        <a:extLst>
                          <a:ext uri="{FF2B5EF4-FFF2-40B4-BE49-F238E27FC236}">
                            <a16:creationId xmlns:a16="http://schemas.microsoft.com/office/drawing/2014/main" id="{91C9E8D9-3C67-877D-BDFC-62331E546F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4990" y="5439487"/>
                        <a:ext cx="102409" cy="101916"/>
                      </a:xfrm>
                      <a:custGeom>
                        <a:avLst/>
                        <a:gdLst>
                          <a:gd name="connsiteX0" fmla="*/ 31726 w 102409"/>
                          <a:gd name="connsiteY0" fmla="*/ 70684 h 101916"/>
                          <a:gd name="connsiteX1" fmla="*/ 31726 w 102409"/>
                          <a:gd name="connsiteY1" fmla="*/ 31890 h 101916"/>
                          <a:gd name="connsiteX2" fmla="*/ 70520 w 102409"/>
                          <a:gd name="connsiteY2" fmla="*/ 31890 h 101916"/>
                          <a:gd name="connsiteX3" fmla="*/ 70520 w 102409"/>
                          <a:gd name="connsiteY3" fmla="*/ 70684 h 101916"/>
                          <a:gd name="connsiteX4" fmla="*/ 31726 w 102409"/>
                          <a:gd name="connsiteY4" fmla="*/ 70684 h 101916"/>
                          <a:gd name="connsiteX5" fmla="*/ 15287 w 102409"/>
                          <a:gd name="connsiteY5" fmla="*/ 87122 h 101916"/>
                          <a:gd name="connsiteX6" fmla="*/ 87615 w 102409"/>
                          <a:gd name="connsiteY6" fmla="*/ 87122 h 101916"/>
                          <a:gd name="connsiteX7" fmla="*/ 87615 w 102409"/>
                          <a:gd name="connsiteY7" fmla="*/ 14794 h 101916"/>
                          <a:gd name="connsiteX8" fmla="*/ 15287 w 102409"/>
                          <a:gd name="connsiteY8" fmla="*/ 14794 h 101916"/>
                          <a:gd name="connsiteX9" fmla="*/ 15287 w 102409"/>
                          <a:gd name="connsiteY9" fmla="*/ 87122 h 101916"/>
                          <a:gd name="connsiteX10" fmla="*/ 15287 w 102409"/>
                          <a:gd name="connsiteY10" fmla="*/ 87122 h 1019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02409" h="101916">
                            <a:moveTo>
                              <a:pt x="31726" y="70684"/>
                            </a:moveTo>
                            <a:cubicBezTo>
                              <a:pt x="21205" y="60164"/>
                              <a:pt x="21205" y="42410"/>
                              <a:pt x="31726" y="31890"/>
                            </a:cubicBezTo>
                            <a:cubicBezTo>
                              <a:pt x="42246" y="21370"/>
                              <a:pt x="59999" y="21370"/>
                              <a:pt x="70520" y="31890"/>
                            </a:cubicBezTo>
                            <a:cubicBezTo>
                              <a:pt x="81040" y="42410"/>
                              <a:pt x="81040" y="60164"/>
                              <a:pt x="70520" y="70684"/>
                            </a:cubicBezTo>
                            <a:cubicBezTo>
                              <a:pt x="59999" y="81204"/>
                              <a:pt x="42246" y="81204"/>
                              <a:pt x="31726" y="70684"/>
                            </a:cubicBezTo>
                            <a:moveTo>
                              <a:pt x="15287" y="87122"/>
                            </a:moveTo>
                            <a:cubicBezTo>
                              <a:pt x="35013" y="106848"/>
                              <a:pt x="67890" y="106848"/>
                              <a:pt x="87615" y="87122"/>
                            </a:cubicBezTo>
                            <a:cubicBezTo>
                              <a:pt x="107341" y="67396"/>
                              <a:pt x="107341" y="34520"/>
                              <a:pt x="87615" y="14794"/>
                            </a:cubicBezTo>
                            <a:cubicBezTo>
                              <a:pt x="67890" y="-4931"/>
                              <a:pt x="35013" y="-4931"/>
                              <a:pt x="15287" y="14794"/>
                            </a:cubicBezTo>
                            <a:cubicBezTo>
                              <a:pt x="-5096" y="35178"/>
                              <a:pt x="-5096" y="67396"/>
                              <a:pt x="15287" y="87122"/>
                            </a:cubicBezTo>
                            <a:lnTo>
                              <a:pt x="15287" y="87122"/>
                            </a:lnTo>
                            <a:close/>
                          </a:path>
                        </a:pathLst>
                      </a:custGeom>
                      <a:solidFill>
                        <a:srgbClr val="0AC2F3"/>
                      </a:solidFill>
                      <a:ln w="657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4" name="Forma libre: forma 63">
                        <a:extLst>
                          <a:ext uri="{FF2B5EF4-FFF2-40B4-BE49-F238E27FC236}">
                            <a16:creationId xmlns:a16="http://schemas.microsoft.com/office/drawing/2014/main" id="{AF797CB9-55CF-82DD-F0D2-D73AC0C46D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3699" y="5071272"/>
                        <a:ext cx="101916" cy="101916"/>
                      </a:xfrm>
                      <a:custGeom>
                        <a:avLst/>
                        <a:gdLst>
                          <a:gd name="connsiteX0" fmla="*/ 31890 w 101916"/>
                          <a:gd name="connsiteY0" fmla="*/ 70027 h 101916"/>
                          <a:gd name="connsiteX1" fmla="*/ 31890 w 101916"/>
                          <a:gd name="connsiteY1" fmla="*/ 31232 h 101916"/>
                          <a:gd name="connsiteX2" fmla="*/ 70684 w 101916"/>
                          <a:gd name="connsiteY2" fmla="*/ 31232 h 101916"/>
                          <a:gd name="connsiteX3" fmla="*/ 70684 w 101916"/>
                          <a:gd name="connsiteY3" fmla="*/ 70027 h 101916"/>
                          <a:gd name="connsiteX4" fmla="*/ 31890 w 101916"/>
                          <a:gd name="connsiteY4" fmla="*/ 70027 h 101916"/>
                          <a:gd name="connsiteX5" fmla="*/ 14794 w 101916"/>
                          <a:gd name="connsiteY5" fmla="*/ 87122 h 101916"/>
                          <a:gd name="connsiteX6" fmla="*/ 87122 w 101916"/>
                          <a:gd name="connsiteY6" fmla="*/ 87122 h 101916"/>
                          <a:gd name="connsiteX7" fmla="*/ 87122 w 101916"/>
                          <a:gd name="connsiteY7" fmla="*/ 14794 h 101916"/>
                          <a:gd name="connsiteX8" fmla="*/ 14794 w 101916"/>
                          <a:gd name="connsiteY8" fmla="*/ 14794 h 101916"/>
                          <a:gd name="connsiteX9" fmla="*/ 14794 w 101916"/>
                          <a:gd name="connsiteY9" fmla="*/ 87122 h 101916"/>
                          <a:gd name="connsiteX10" fmla="*/ 14794 w 101916"/>
                          <a:gd name="connsiteY10" fmla="*/ 87122 h 1019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01916" h="101916">
                            <a:moveTo>
                              <a:pt x="31890" y="70027"/>
                            </a:moveTo>
                            <a:cubicBezTo>
                              <a:pt x="21370" y="59506"/>
                              <a:pt x="21370" y="41753"/>
                              <a:pt x="31890" y="31232"/>
                            </a:cubicBezTo>
                            <a:cubicBezTo>
                              <a:pt x="42410" y="20712"/>
                              <a:pt x="60163" y="20712"/>
                              <a:pt x="70684" y="31232"/>
                            </a:cubicBezTo>
                            <a:cubicBezTo>
                              <a:pt x="81204" y="41753"/>
                              <a:pt x="81204" y="59506"/>
                              <a:pt x="70684" y="70027"/>
                            </a:cubicBezTo>
                            <a:cubicBezTo>
                              <a:pt x="59506" y="81204"/>
                              <a:pt x="42410" y="81204"/>
                              <a:pt x="31890" y="70027"/>
                            </a:cubicBezTo>
                            <a:moveTo>
                              <a:pt x="14794" y="87122"/>
                            </a:moveTo>
                            <a:cubicBezTo>
                              <a:pt x="34520" y="106848"/>
                              <a:pt x="67396" y="106848"/>
                              <a:pt x="87122" y="87122"/>
                            </a:cubicBezTo>
                            <a:cubicBezTo>
                              <a:pt x="106848" y="67396"/>
                              <a:pt x="106848" y="34520"/>
                              <a:pt x="87122" y="14794"/>
                            </a:cubicBezTo>
                            <a:cubicBezTo>
                              <a:pt x="67396" y="-4931"/>
                              <a:pt x="34520" y="-4931"/>
                              <a:pt x="14794" y="14794"/>
                            </a:cubicBezTo>
                            <a:cubicBezTo>
                              <a:pt x="-4931" y="34520"/>
                              <a:pt x="-4931" y="67396"/>
                              <a:pt x="14794" y="87122"/>
                            </a:cubicBezTo>
                            <a:lnTo>
                              <a:pt x="14794" y="87122"/>
                            </a:lnTo>
                            <a:close/>
                          </a:path>
                        </a:pathLst>
                      </a:custGeom>
                      <a:solidFill>
                        <a:srgbClr val="0AC2F3"/>
                      </a:solidFill>
                      <a:ln w="657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5" name="Gráfico 10">
                      <a:extLst>
                        <a:ext uri="{FF2B5EF4-FFF2-40B4-BE49-F238E27FC236}">
                          <a16:creationId xmlns:a16="http://schemas.microsoft.com/office/drawing/2014/main" id="{9B7DEB12-ABC8-EE1B-DD39-43BF9195BC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74826" y="5071272"/>
                      <a:ext cx="470789" cy="470624"/>
                      <a:chOff x="8074826" y="5071272"/>
                      <a:chExt cx="470789" cy="470624"/>
                    </a:xfrm>
                    <a:solidFill>
                      <a:srgbClr val="0AC2F3"/>
                    </a:solidFill>
                  </p:grpSpPr>
                  <p:sp>
                    <p:nvSpPr>
                      <p:cNvPr id="66" name="Forma libre: forma 65">
                        <a:extLst>
                          <a:ext uri="{FF2B5EF4-FFF2-40B4-BE49-F238E27FC236}">
                            <a16:creationId xmlns:a16="http://schemas.microsoft.com/office/drawing/2014/main" id="{368B9A3F-ADDB-2F96-2A83-2A896244C7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3699" y="5439487"/>
                        <a:ext cx="101916" cy="102409"/>
                      </a:xfrm>
                      <a:custGeom>
                        <a:avLst/>
                        <a:gdLst>
                          <a:gd name="connsiteX0" fmla="*/ 70026 w 101916"/>
                          <a:gd name="connsiteY0" fmla="*/ 70684 h 102409"/>
                          <a:gd name="connsiteX1" fmla="*/ 31233 w 101916"/>
                          <a:gd name="connsiteY1" fmla="*/ 70684 h 102409"/>
                          <a:gd name="connsiteX2" fmla="*/ 31233 w 101916"/>
                          <a:gd name="connsiteY2" fmla="*/ 31890 h 102409"/>
                          <a:gd name="connsiteX3" fmla="*/ 70026 w 101916"/>
                          <a:gd name="connsiteY3" fmla="*/ 31890 h 102409"/>
                          <a:gd name="connsiteX4" fmla="*/ 70026 w 101916"/>
                          <a:gd name="connsiteY4" fmla="*/ 70684 h 102409"/>
                          <a:gd name="connsiteX5" fmla="*/ 87122 w 101916"/>
                          <a:gd name="connsiteY5" fmla="*/ 87122 h 102409"/>
                          <a:gd name="connsiteX6" fmla="*/ 87122 w 101916"/>
                          <a:gd name="connsiteY6" fmla="*/ 14794 h 102409"/>
                          <a:gd name="connsiteX7" fmla="*/ 14794 w 101916"/>
                          <a:gd name="connsiteY7" fmla="*/ 14794 h 102409"/>
                          <a:gd name="connsiteX8" fmla="*/ 14794 w 101916"/>
                          <a:gd name="connsiteY8" fmla="*/ 87122 h 102409"/>
                          <a:gd name="connsiteX9" fmla="*/ 87122 w 101916"/>
                          <a:gd name="connsiteY9" fmla="*/ 87122 h 102409"/>
                          <a:gd name="connsiteX10" fmla="*/ 87122 w 101916"/>
                          <a:gd name="connsiteY10" fmla="*/ 87122 h 1024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01916" h="102409">
                            <a:moveTo>
                              <a:pt x="70026" y="70684"/>
                            </a:moveTo>
                            <a:cubicBezTo>
                              <a:pt x="59506" y="81204"/>
                              <a:pt x="41753" y="81204"/>
                              <a:pt x="31233" y="70684"/>
                            </a:cubicBezTo>
                            <a:cubicBezTo>
                              <a:pt x="20711" y="60164"/>
                              <a:pt x="20711" y="42410"/>
                              <a:pt x="31233" y="31890"/>
                            </a:cubicBezTo>
                            <a:cubicBezTo>
                              <a:pt x="41753" y="21370"/>
                              <a:pt x="59506" y="21370"/>
                              <a:pt x="70026" y="31890"/>
                            </a:cubicBezTo>
                            <a:cubicBezTo>
                              <a:pt x="81204" y="42410"/>
                              <a:pt x="81204" y="60164"/>
                              <a:pt x="70026" y="70684"/>
                            </a:cubicBezTo>
                            <a:moveTo>
                              <a:pt x="87122" y="87122"/>
                            </a:moveTo>
                            <a:cubicBezTo>
                              <a:pt x="106848" y="67396"/>
                              <a:pt x="106848" y="34520"/>
                              <a:pt x="87122" y="14794"/>
                            </a:cubicBezTo>
                            <a:cubicBezTo>
                              <a:pt x="67396" y="-4931"/>
                              <a:pt x="34520" y="-4931"/>
                              <a:pt x="14794" y="14794"/>
                            </a:cubicBezTo>
                            <a:cubicBezTo>
                              <a:pt x="-4931" y="34520"/>
                              <a:pt x="-4931" y="67396"/>
                              <a:pt x="14794" y="87122"/>
                            </a:cubicBezTo>
                            <a:cubicBezTo>
                              <a:pt x="34520" y="107506"/>
                              <a:pt x="67396" y="107506"/>
                              <a:pt x="87122" y="87122"/>
                            </a:cubicBezTo>
                            <a:lnTo>
                              <a:pt x="87122" y="87122"/>
                            </a:lnTo>
                            <a:close/>
                          </a:path>
                        </a:pathLst>
                      </a:custGeom>
                      <a:solidFill>
                        <a:srgbClr val="0AC2F3"/>
                      </a:solidFill>
                      <a:ln w="657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7" name="Forma libre: forma 66">
                        <a:extLst>
                          <a:ext uri="{FF2B5EF4-FFF2-40B4-BE49-F238E27FC236}">
                            <a16:creationId xmlns:a16="http://schemas.microsoft.com/office/drawing/2014/main" id="{A58E3ED1-EB8D-4DED-0562-0866578CA4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4826" y="5071272"/>
                        <a:ext cx="101916" cy="101916"/>
                      </a:xfrm>
                      <a:custGeom>
                        <a:avLst/>
                        <a:gdLst>
                          <a:gd name="connsiteX0" fmla="*/ 70684 w 101916"/>
                          <a:gd name="connsiteY0" fmla="*/ 70027 h 101916"/>
                          <a:gd name="connsiteX1" fmla="*/ 31890 w 101916"/>
                          <a:gd name="connsiteY1" fmla="*/ 70027 h 101916"/>
                          <a:gd name="connsiteX2" fmla="*/ 31890 w 101916"/>
                          <a:gd name="connsiteY2" fmla="*/ 31232 h 101916"/>
                          <a:gd name="connsiteX3" fmla="*/ 70684 w 101916"/>
                          <a:gd name="connsiteY3" fmla="*/ 31232 h 101916"/>
                          <a:gd name="connsiteX4" fmla="*/ 70684 w 101916"/>
                          <a:gd name="connsiteY4" fmla="*/ 70027 h 101916"/>
                          <a:gd name="connsiteX5" fmla="*/ 87122 w 101916"/>
                          <a:gd name="connsiteY5" fmla="*/ 87122 h 101916"/>
                          <a:gd name="connsiteX6" fmla="*/ 87122 w 101916"/>
                          <a:gd name="connsiteY6" fmla="*/ 14794 h 101916"/>
                          <a:gd name="connsiteX7" fmla="*/ 14794 w 101916"/>
                          <a:gd name="connsiteY7" fmla="*/ 14794 h 101916"/>
                          <a:gd name="connsiteX8" fmla="*/ 14794 w 101916"/>
                          <a:gd name="connsiteY8" fmla="*/ 87122 h 101916"/>
                          <a:gd name="connsiteX9" fmla="*/ 87122 w 101916"/>
                          <a:gd name="connsiteY9" fmla="*/ 87122 h 101916"/>
                          <a:gd name="connsiteX10" fmla="*/ 87122 w 101916"/>
                          <a:gd name="connsiteY10" fmla="*/ 87122 h 1019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01916" h="101916">
                            <a:moveTo>
                              <a:pt x="70684" y="70027"/>
                            </a:moveTo>
                            <a:cubicBezTo>
                              <a:pt x="60163" y="80547"/>
                              <a:pt x="42411" y="80547"/>
                              <a:pt x="31890" y="70027"/>
                            </a:cubicBezTo>
                            <a:cubicBezTo>
                              <a:pt x="21370" y="59506"/>
                              <a:pt x="21370" y="41753"/>
                              <a:pt x="31890" y="31232"/>
                            </a:cubicBezTo>
                            <a:cubicBezTo>
                              <a:pt x="42411" y="20712"/>
                              <a:pt x="60163" y="20712"/>
                              <a:pt x="70684" y="31232"/>
                            </a:cubicBezTo>
                            <a:cubicBezTo>
                              <a:pt x="81204" y="42410"/>
                              <a:pt x="81204" y="59506"/>
                              <a:pt x="70684" y="70027"/>
                            </a:cubicBezTo>
                            <a:moveTo>
                              <a:pt x="87122" y="87122"/>
                            </a:moveTo>
                            <a:cubicBezTo>
                              <a:pt x="106848" y="67396"/>
                              <a:pt x="106848" y="34520"/>
                              <a:pt x="87122" y="14794"/>
                            </a:cubicBezTo>
                            <a:cubicBezTo>
                              <a:pt x="67396" y="-4931"/>
                              <a:pt x="34520" y="-4931"/>
                              <a:pt x="14794" y="14794"/>
                            </a:cubicBezTo>
                            <a:cubicBezTo>
                              <a:pt x="-4931" y="34520"/>
                              <a:pt x="-4931" y="67396"/>
                              <a:pt x="14794" y="87122"/>
                            </a:cubicBezTo>
                            <a:cubicBezTo>
                              <a:pt x="34520" y="106848"/>
                              <a:pt x="67396" y="106848"/>
                              <a:pt x="87122" y="87122"/>
                            </a:cubicBezTo>
                            <a:lnTo>
                              <a:pt x="87122" y="87122"/>
                            </a:lnTo>
                            <a:close/>
                          </a:path>
                        </a:pathLst>
                      </a:custGeom>
                      <a:solidFill>
                        <a:srgbClr val="0AC2F3"/>
                      </a:solidFill>
                      <a:ln w="657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8" name="Gráfico 10">
                    <a:extLst>
                      <a:ext uri="{FF2B5EF4-FFF2-40B4-BE49-F238E27FC236}">
                        <a16:creationId xmlns:a16="http://schemas.microsoft.com/office/drawing/2014/main" id="{80050B8E-8C37-FA44-560A-CDDD2FDD23E0}"/>
                      </a:ext>
                    </a:extLst>
                  </p:cNvPr>
                  <p:cNvGrpSpPr/>
                  <p:nvPr/>
                </p:nvGrpSpPr>
                <p:grpSpPr>
                  <a:xfrm>
                    <a:off x="8020909" y="5017355"/>
                    <a:ext cx="578623" cy="578622"/>
                    <a:chOff x="8020909" y="5017355"/>
                    <a:chExt cx="578623" cy="578622"/>
                  </a:xfrm>
                  <a:solidFill>
                    <a:srgbClr val="0AC2F3"/>
                  </a:solidFill>
                </p:grpSpPr>
                <p:sp>
                  <p:nvSpPr>
                    <p:cNvPr id="69" name="Forma libre: forma 68">
                      <a:extLst>
                        <a:ext uri="{FF2B5EF4-FFF2-40B4-BE49-F238E27FC236}">
                          <a16:creationId xmlns:a16="http://schemas.microsoft.com/office/drawing/2014/main" id="{95B24E18-E694-4C34-A040-0FE3AD989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4304" y="5540417"/>
                      <a:ext cx="252490" cy="55560"/>
                    </a:xfrm>
                    <a:custGeom>
                      <a:avLst/>
                      <a:gdLst>
                        <a:gd name="connsiteX0" fmla="*/ 26959 w 252490"/>
                        <a:gd name="connsiteY0" fmla="*/ 0 h 55560"/>
                        <a:gd name="connsiteX1" fmla="*/ 0 w 252490"/>
                        <a:gd name="connsiteY1" fmla="*/ 26959 h 55560"/>
                        <a:gd name="connsiteX2" fmla="*/ 252490 w 252490"/>
                        <a:gd name="connsiteY2" fmla="*/ 26959 h 55560"/>
                        <a:gd name="connsiteX3" fmla="*/ 225532 w 252490"/>
                        <a:gd name="connsiteY3" fmla="*/ 0 h 55560"/>
                        <a:gd name="connsiteX4" fmla="*/ 26959 w 252490"/>
                        <a:gd name="connsiteY4" fmla="*/ 0 h 55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2490" h="55560">
                          <a:moveTo>
                            <a:pt x="26959" y="0"/>
                          </a:moveTo>
                          <a:lnTo>
                            <a:pt x="0" y="26959"/>
                          </a:lnTo>
                          <a:cubicBezTo>
                            <a:pt x="78903" y="65095"/>
                            <a:pt x="173587" y="65095"/>
                            <a:pt x="252490" y="26959"/>
                          </a:cubicBezTo>
                          <a:lnTo>
                            <a:pt x="225532" y="0"/>
                          </a:lnTo>
                          <a:cubicBezTo>
                            <a:pt x="162410" y="26301"/>
                            <a:pt x="90081" y="26301"/>
                            <a:pt x="26959" y="0"/>
                          </a:cubicBez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" name="Forma libre: forma 69">
                      <a:extLst>
                        <a:ext uri="{FF2B5EF4-FFF2-40B4-BE49-F238E27FC236}">
                          <a16:creationId xmlns:a16="http://schemas.microsoft.com/office/drawing/2014/main" id="{49248FCC-2EAE-B0EE-54D8-1CC732BDA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0909" y="5180093"/>
                      <a:ext cx="55561" cy="252490"/>
                    </a:xfrm>
                    <a:custGeom>
                      <a:avLst/>
                      <a:gdLst>
                        <a:gd name="connsiteX0" fmla="*/ 55561 w 55561"/>
                        <a:gd name="connsiteY0" fmla="*/ 26959 h 252490"/>
                        <a:gd name="connsiteX1" fmla="*/ 28602 w 55561"/>
                        <a:gd name="connsiteY1" fmla="*/ 0 h 252490"/>
                        <a:gd name="connsiteX2" fmla="*/ 28602 w 55561"/>
                        <a:gd name="connsiteY2" fmla="*/ 252490 h 252490"/>
                        <a:gd name="connsiteX3" fmla="*/ 55561 w 55561"/>
                        <a:gd name="connsiteY3" fmla="*/ 225531 h 252490"/>
                        <a:gd name="connsiteX4" fmla="*/ 55561 w 55561"/>
                        <a:gd name="connsiteY4" fmla="*/ 26959 h 2524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561" h="252490">
                          <a:moveTo>
                            <a:pt x="55561" y="26959"/>
                          </a:moveTo>
                          <a:lnTo>
                            <a:pt x="28602" y="0"/>
                          </a:lnTo>
                          <a:cubicBezTo>
                            <a:pt x="-9534" y="78903"/>
                            <a:pt x="-9534" y="173587"/>
                            <a:pt x="28602" y="252490"/>
                          </a:cubicBezTo>
                          <a:lnTo>
                            <a:pt x="55561" y="225531"/>
                          </a:lnTo>
                          <a:cubicBezTo>
                            <a:pt x="28602" y="162409"/>
                            <a:pt x="28602" y="90081"/>
                            <a:pt x="55561" y="26959"/>
                          </a:cubicBez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" name="Forma libre: forma 70">
                      <a:extLst>
                        <a:ext uri="{FF2B5EF4-FFF2-40B4-BE49-F238E27FC236}">
                          <a16:creationId xmlns:a16="http://schemas.microsoft.com/office/drawing/2014/main" id="{489942D7-C1F3-F16B-D76E-113AE64626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3971" y="5180093"/>
                      <a:ext cx="55560" cy="252490"/>
                    </a:xfrm>
                    <a:custGeom>
                      <a:avLst/>
                      <a:gdLst>
                        <a:gd name="connsiteX0" fmla="*/ 0 w 55560"/>
                        <a:gd name="connsiteY0" fmla="*/ 225531 h 252490"/>
                        <a:gd name="connsiteX1" fmla="*/ 26958 w 55560"/>
                        <a:gd name="connsiteY1" fmla="*/ 252490 h 252490"/>
                        <a:gd name="connsiteX2" fmla="*/ 26958 w 55560"/>
                        <a:gd name="connsiteY2" fmla="*/ 0 h 252490"/>
                        <a:gd name="connsiteX3" fmla="*/ 0 w 55560"/>
                        <a:gd name="connsiteY3" fmla="*/ 26959 h 252490"/>
                        <a:gd name="connsiteX4" fmla="*/ 0 w 55560"/>
                        <a:gd name="connsiteY4" fmla="*/ 225531 h 2524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560" h="252490">
                          <a:moveTo>
                            <a:pt x="0" y="225531"/>
                          </a:moveTo>
                          <a:lnTo>
                            <a:pt x="26958" y="252490"/>
                          </a:lnTo>
                          <a:cubicBezTo>
                            <a:pt x="65094" y="173587"/>
                            <a:pt x="65094" y="78903"/>
                            <a:pt x="26958" y="0"/>
                          </a:cubicBezTo>
                          <a:lnTo>
                            <a:pt x="0" y="26959"/>
                          </a:lnTo>
                          <a:cubicBezTo>
                            <a:pt x="26958" y="90081"/>
                            <a:pt x="26958" y="162409"/>
                            <a:pt x="0" y="225531"/>
                          </a:cubicBez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" name="Forma libre: forma 71">
                      <a:extLst>
                        <a:ext uri="{FF2B5EF4-FFF2-40B4-BE49-F238E27FC236}">
                          <a16:creationId xmlns:a16="http://schemas.microsoft.com/office/drawing/2014/main" id="{4498DC27-656C-E66C-4D2E-C79E5E7E3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4304" y="5017355"/>
                      <a:ext cx="252490" cy="55560"/>
                    </a:xfrm>
                    <a:custGeom>
                      <a:avLst/>
                      <a:gdLst>
                        <a:gd name="connsiteX0" fmla="*/ 225532 w 252490"/>
                        <a:gd name="connsiteY0" fmla="*/ 55561 h 55560"/>
                        <a:gd name="connsiteX1" fmla="*/ 252490 w 252490"/>
                        <a:gd name="connsiteY1" fmla="*/ 28602 h 55560"/>
                        <a:gd name="connsiteX2" fmla="*/ 0 w 252490"/>
                        <a:gd name="connsiteY2" fmla="*/ 28602 h 55560"/>
                        <a:gd name="connsiteX3" fmla="*/ 26959 w 252490"/>
                        <a:gd name="connsiteY3" fmla="*/ 55561 h 55560"/>
                        <a:gd name="connsiteX4" fmla="*/ 225532 w 252490"/>
                        <a:gd name="connsiteY4" fmla="*/ 55561 h 55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2490" h="55560">
                          <a:moveTo>
                            <a:pt x="225532" y="55561"/>
                          </a:moveTo>
                          <a:lnTo>
                            <a:pt x="252490" y="28602"/>
                          </a:lnTo>
                          <a:cubicBezTo>
                            <a:pt x="173587" y="-9534"/>
                            <a:pt x="78903" y="-9534"/>
                            <a:pt x="0" y="28602"/>
                          </a:cubicBezTo>
                          <a:lnTo>
                            <a:pt x="26959" y="55561"/>
                          </a:lnTo>
                          <a:cubicBezTo>
                            <a:pt x="90081" y="28602"/>
                            <a:pt x="162410" y="28602"/>
                            <a:pt x="225532" y="55561"/>
                          </a:cubicBezTo>
                          <a:close/>
                        </a:path>
                      </a:pathLst>
                    </a:custGeom>
                    <a:solidFill>
                      <a:srgbClr val="0AC2F3"/>
                    </a:solidFill>
                    <a:ln w="657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15D2DFF-D8FC-D160-867E-B527DF49FB4F}"/>
                  </a:ext>
                </a:extLst>
              </p:cNvPr>
              <p:cNvSpPr txBox="1"/>
              <p:nvPr/>
            </p:nvSpPr>
            <p:spPr>
              <a:xfrm>
                <a:off x="7369618" y="5663702"/>
                <a:ext cx="18818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AC2F3"/>
                    </a:solidFill>
                  </a:rPr>
                  <a:t>Collaboration Platform</a:t>
                </a:r>
              </a:p>
            </p:txBody>
          </p:sp>
        </p:grp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B7D807F0-A86F-1CA8-AC46-6E62F75A76A7}"/>
                </a:ext>
              </a:extLst>
            </p:cNvPr>
            <p:cNvGrpSpPr/>
            <p:nvPr/>
          </p:nvGrpSpPr>
          <p:grpSpPr>
            <a:xfrm>
              <a:off x="9527518" y="5016369"/>
              <a:ext cx="1569084" cy="955110"/>
              <a:chOff x="9527518" y="5016369"/>
              <a:chExt cx="1569084" cy="955110"/>
            </a:xfrm>
          </p:grpSpPr>
          <p:grpSp>
            <p:nvGrpSpPr>
              <p:cNvPr id="32" name="Gráfico 10">
                <a:extLst>
                  <a:ext uri="{FF2B5EF4-FFF2-40B4-BE49-F238E27FC236}">
                    <a16:creationId xmlns:a16="http://schemas.microsoft.com/office/drawing/2014/main" id="{88C819E9-784D-A33A-F85C-6AA43781C581}"/>
                  </a:ext>
                </a:extLst>
              </p:cNvPr>
              <p:cNvGrpSpPr/>
              <p:nvPr/>
            </p:nvGrpSpPr>
            <p:grpSpPr>
              <a:xfrm>
                <a:off x="10022420" y="5016369"/>
                <a:ext cx="579609" cy="579938"/>
                <a:chOff x="10022420" y="5016369"/>
                <a:chExt cx="579609" cy="579938"/>
              </a:xfrm>
              <a:solidFill>
                <a:srgbClr val="0AC2F3"/>
              </a:solidFill>
            </p:grpSpPr>
            <p:sp>
              <p:nvSpPr>
                <p:cNvPr id="33" name="Forma libre: forma 32">
                  <a:extLst>
                    <a:ext uri="{FF2B5EF4-FFF2-40B4-BE49-F238E27FC236}">
                      <a16:creationId xmlns:a16="http://schemas.microsoft.com/office/drawing/2014/main" id="{6CA43302-5E28-233F-D097-7199CDD1E96B}"/>
                    </a:ext>
                  </a:extLst>
                </p:cNvPr>
                <p:cNvSpPr/>
                <p:nvPr/>
              </p:nvSpPr>
              <p:spPr>
                <a:xfrm>
                  <a:off x="10194997" y="5176805"/>
                  <a:ext cx="235417" cy="258407"/>
                </a:xfrm>
                <a:custGeom>
                  <a:avLst/>
                  <a:gdLst>
                    <a:gd name="connsiteX0" fmla="*/ 117063 w 235417"/>
                    <a:gd name="connsiteY0" fmla="*/ 258408 h 258407"/>
                    <a:gd name="connsiteX1" fmla="*/ 235418 w 235417"/>
                    <a:gd name="connsiteY1" fmla="*/ 140053 h 258407"/>
                    <a:gd name="connsiteX2" fmla="*/ 117063 w 235417"/>
                    <a:gd name="connsiteY2" fmla="*/ 21698 h 258407"/>
                    <a:gd name="connsiteX3" fmla="*/ 83529 w 235417"/>
                    <a:gd name="connsiteY3" fmla="*/ 26301 h 258407"/>
                    <a:gd name="connsiteX4" fmla="*/ 74324 w 235417"/>
                    <a:gd name="connsiteY4" fmla="*/ 17096 h 258407"/>
                    <a:gd name="connsiteX5" fmla="*/ 74982 w 235417"/>
                    <a:gd name="connsiteY5" fmla="*/ 13808 h 258407"/>
                    <a:gd name="connsiteX6" fmla="*/ 61173 w 235417"/>
                    <a:gd name="connsiteY6" fmla="*/ 0 h 258407"/>
                    <a:gd name="connsiteX7" fmla="*/ 47365 w 235417"/>
                    <a:gd name="connsiteY7" fmla="*/ 13808 h 258407"/>
                    <a:gd name="connsiteX8" fmla="*/ 61173 w 235417"/>
                    <a:gd name="connsiteY8" fmla="*/ 27616 h 258407"/>
                    <a:gd name="connsiteX9" fmla="*/ 67091 w 235417"/>
                    <a:gd name="connsiteY9" fmla="*/ 26301 h 258407"/>
                    <a:gd name="connsiteX10" fmla="*/ 71694 w 235417"/>
                    <a:gd name="connsiteY10" fmla="*/ 30904 h 258407"/>
                    <a:gd name="connsiteX11" fmla="*/ 43420 w 235417"/>
                    <a:gd name="connsiteY11" fmla="*/ 47999 h 258407"/>
                    <a:gd name="connsiteX12" fmla="*/ 30927 w 235417"/>
                    <a:gd name="connsiteY12" fmla="*/ 35506 h 258407"/>
                    <a:gd name="connsiteX13" fmla="*/ 31585 w 235417"/>
                    <a:gd name="connsiteY13" fmla="*/ 32219 h 258407"/>
                    <a:gd name="connsiteX14" fmla="*/ 17777 w 235417"/>
                    <a:gd name="connsiteY14" fmla="*/ 18411 h 258407"/>
                    <a:gd name="connsiteX15" fmla="*/ 3969 w 235417"/>
                    <a:gd name="connsiteY15" fmla="*/ 32219 h 258407"/>
                    <a:gd name="connsiteX16" fmla="*/ 17777 w 235417"/>
                    <a:gd name="connsiteY16" fmla="*/ 46027 h 258407"/>
                    <a:gd name="connsiteX17" fmla="*/ 23695 w 235417"/>
                    <a:gd name="connsiteY17" fmla="*/ 44712 h 258407"/>
                    <a:gd name="connsiteX18" fmla="*/ 34872 w 235417"/>
                    <a:gd name="connsiteY18" fmla="*/ 55890 h 258407"/>
                    <a:gd name="connsiteX19" fmla="*/ 24 w 235417"/>
                    <a:gd name="connsiteY19" fmla="*/ 139396 h 258407"/>
                    <a:gd name="connsiteX20" fmla="*/ 117063 w 235417"/>
                    <a:gd name="connsiteY20" fmla="*/ 258408 h 258407"/>
                    <a:gd name="connsiteX21" fmla="*/ 182158 w 235417"/>
                    <a:gd name="connsiteY21" fmla="*/ 126245 h 258407"/>
                    <a:gd name="connsiteX22" fmla="*/ 197939 w 235417"/>
                    <a:gd name="connsiteY22" fmla="*/ 110464 h 258407"/>
                    <a:gd name="connsiteX23" fmla="*/ 213720 w 235417"/>
                    <a:gd name="connsiteY23" fmla="*/ 126245 h 258407"/>
                    <a:gd name="connsiteX24" fmla="*/ 197939 w 235417"/>
                    <a:gd name="connsiteY24" fmla="*/ 142026 h 258407"/>
                    <a:gd name="connsiteX25" fmla="*/ 182158 w 235417"/>
                    <a:gd name="connsiteY25" fmla="*/ 126245 h 258407"/>
                    <a:gd name="connsiteX26" fmla="*/ 108516 w 235417"/>
                    <a:gd name="connsiteY26" fmla="*/ 126245 h 258407"/>
                    <a:gd name="connsiteX27" fmla="*/ 124297 w 235417"/>
                    <a:gd name="connsiteY27" fmla="*/ 110464 h 258407"/>
                    <a:gd name="connsiteX28" fmla="*/ 140077 w 235417"/>
                    <a:gd name="connsiteY28" fmla="*/ 126245 h 258407"/>
                    <a:gd name="connsiteX29" fmla="*/ 124297 w 235417"/>
                    <a:gd name="connsiteY29" fmla="*/ 142026 h 258407"/>
                    <a:gd name="connsiteX30" fmla="*/ 108516 w 235417"/>
                    <a:gd name="connsiteY30" fmla="*/ 126245 h 25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5417" h="258407">
                      <a:moveTo>
                        <a:pt x="117063" y="258408"/>
                      </a:moveTo>
                      <a:cubicBezTo>
                        <a:pt x="182158" y="258408"/>
                        <a:pt x="235418" y="205148"/>
                        <a:pt x="235418" y="140053"/>
                      </a:cubicBezTo>
                      <a:cubicBezTo>
                        <a:pt x="235418" y="74958"/>
                        <a:pt x="182158" y="21698"/>
                        <a:pt x="117063" y="21698"/>
                      </a:cubicBezTo>
                      <a:cubicBezTo>
                        <a:pt x="105228" y="21698"/>
                        <a:pt x="94050" y="23671"/>
                        <a:pt x="83529" y="26301"/>
                      </a:cubicBezTo>
                      <a:cubicBezTo>
                        <a:pt x="80242" y="23013"/>
                        <a:pt x="77612" y="20383"/>
                        <a:pt x="74324" y="17096"/>
                      </a:cubicBezTo>
                      <a:cubicBezTo>
                        <a:pt x="74324" y="15781"/>
                        <a:pt x="74982" y="15123"/>
                        <a:pt x="74982" y="13808"/>
                      </a:cubicBezTo>
                      <a:cubicBezTo>
                        <a:pt x="74982" y="6575"/>
                        <a:pt x="69064" y="0"/>
                        <a:pt x="61173" y="0"/>
                      </a:cubicBezTo>
                      <a:cubicBezTo>
                        <a:pt x="53283" y="0"/>
                        <a:pt x="47365" y="5918"/>
                        <a:pt x="47365" y="13808"/>
                      </a:cubicBezTo>
                      <a:cubicBezTo>
                        <a:pt x="47365" y="21041"/>
                        <a:pt x="53283" y="27616"/>
                        <a:pt x="61173" y="27616"/>
                      </a:cubicBezTo>
                      <a:cubicBezTo>
                        <a:pt x="63146" y="27616"/>
                        <a:pt x="65119" y="26959"/>
                        <a:pt x="67091" y="26301"/>
                      </a:cubicBezTo>
                      <a:cubicBezTo>
                        <a:pt x="68407" y="27616"/>
                        <a:pt x="70379" y="28931"/>
                        <a:pt x="71694" y="30904"/>
                      </a:cubicBezTo>
                      <a:cubicBezTo>
                        <a:pt x="61173" y="35506"/>
                        <a:pt x="51969" y="41424"/>
                        <a:pt x="43420" y="47999"/>
                      </a:cubicBezTo>
                      <a:cubicBezTo>
                        <a:pt x="39475" y="44054"/>
                        <a:pt x="35530" y="39452"/>
                        <a:pt x="30927" y="35506"/>
                      </a:cubicBezTo>
                      <a:cubicBezTo>
                        <a:pt x="30927" y="34191"/>
                        <a:pt x="31585" y="33534"/>
                        <a:pt x="31585" y="32219"/>
                      </a:cubicBezTo>
                      <a:cubicBezTo>
                        <a:pt x="31585" y="24986"/>
                        <a:pt x="25668" y="18411"/>
                        <a:pt x="17777" y="18411"/>
                      </a:cubicBezTo>
                      <a:cubicBezTo>
                        <a:pt x="10544" y="18411"/>
                        <a:pt x="3969" y="24328"/>
                        <a:pt x="3969" y="32219"/>
                      </a:cubicBezTo>
                      <a:cubicBezTo>
                        <a:pt x="3969" y="39452"/>
                        <a:pt x="9887" y="46027"/>
                        <a:pt x="17777" y="46027"/>
                      </a:cubicBezTo>
                      <a:cubicBezTo>
                        <a:pt x="19750" y="46027"/>
                        <a:pt x="21722" y="45369"/>
                        <a:pt x="23695" y="44712"/>
                      </a:cubicBezTo>
                      <a:cubicBezTo>
                        <a:pt x="27640" y="47999"/>
                        <a:pt x="31585" y="51945"/>
                        <a:pt x="34872" y="55890"/>
                      </a:cubicBezTo>
                      <a:cubicBezTo>
                        <a:pt x="13174" y="77588"/>
                        <a:pt x="24" y="107177"/>
                        <a:pt x="24" y="139396"/>
                      </a:cubicBezTo>
                      <a:cubicBezTo>
                        <a:pt x="-1292" y="205806"/>
                        <a:pt x="51969" y="258408"/>
                        <a:pt x="117063" y="258408"/>
                      </a:cubicBezTo>
                      <a:close/>
                      <a:moveTo>
                        <a:pt x="182158" y="126245"/>
                      </a:moveTo>
                      <a:cubicBezTo>
                        <a:pt x="182158" y="117697"/>
                        <a:pt x="189391" y="110464"/>
                        <a:pt x="197939" y="110464"/>
                      </a:cubicBezTo>
                      <a:cubicBezTo>
                        <a:pt x="206487" y="110464"/>
                        <a:pt x="213720" y="117697"/>
                        <a:pt x="213720" y="126245"/>
                      </a:cubicBezTo>
                      <a:cubicBezTo>
                        <a:pt x="213720" y="134793"/>
                        <a:pt x="206487" y="142026"/>
                        <a:pt x="197939" y="142026"/>
                      </a:cubicBezTo>
                      <a:cubicBezTo>
                        <a:pt x="189391" y="142026"/>
                        <a:pt x="182158" y="134793"/>
                        <a:pt x="182158" y="126245"/>
                      </a:cubicBezTo>
                      <a:close/>
                      <a:moveTo>
                        <a:pt x="108516" y="126245"/>
                      </a:moveTo>
                      <a:cubicBezTo>
                        <a:pt x="108516" y="117697"/>
                        <a:pt x="115748" y="110464"/>
                        <a:pt x="124297" y="110464"/>
                      </a:cubicBezTo>
                      <a:cubicBezTo>
                        <a:pt x="132844" y="110464"/>
                        <a:pt x="140077" y="117697"/>
                        <a:pt x="140077" y="126245"/>
                      </a:cubicBezTo>
                      <a:cubicBezTo>
                        <a:pt x="140077" y="134793"/>
                        <a:pt x="132844" y="142026"/>
                        <a:pt x="124297" y="142026"/>
                      </a:cubicBezTo>
                      <a:cubicBezTo>
                        <a:pt x="115748" y="142026"/>
                        <a:pt x="108516" y="134793"/>
                        <a:pt x="108516" y="126245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4" name="Gráfico 10">
                  <a:extLst>
                    <a:ext uri="{FF2B5EF4-FFF2-40B4-BE49-F238E27FC236}">
                      <a16:creationId xmlns:a16="http://schemas.microsoft.com/office/drawing/2014/main" id="{B3450FB9-E330-7031-ADAB-71A012DEEC13}"/>
                    </a:ext>
                  </a:extLst>
                </p:cNvPr>
                <p:cNvGrpSpPr/>
                <p:nvPr/>
              </p:nvGrpSpPr>
              <p:grpSpPr>
                <a:xfrm>
                  <a:off x="10022420" y="5086067"/>
                  <a:ext cx="509911" cy="440542"/>
                  <a:chOff x="10022420" y="5086067"/>
                  <a:chExt cx="509911" cy="440542"/>
                </a:xfrm>
                <a:solidFill>
                  <a:srgbClr val="0AC2F3"/>
                </a:solidFill>
              </p:grpSpPr>
              <p:sp>
                <p:nvSpPr>
                  <p:cNvPr id="35" name="Forma libre: forma 34">
                    <a:extLst>
                      <a:ext uri="{FF2B5EF4-FFF2-40B4-BE49-F238E27FC236}">
                        <a16:creationId xmlns:a16="http://schemas.microsoft.com/office/drawing/2014/main" id="{B39FE895-A77F-BD8E-DE2A-D3B1BAE50672}"/>
                      </a:ext>
                    </a:extLst>
                  </p:cNvPr>
                  <p:cNvSpPr/>
                  <p:nvPr/>
                </p:nvSpPr>
                <p:spPr>
                  <a:xfrm>
                    <a:off x="10092447" y="5086067"/>
                    <a:ext cx="102573" cy="102574"/>
                  </a:xfrm>
                  <a:custGeom>
                    <a:avLst/>
                    <a:gdLst>
                      <a:gd name="connsiteX0" fmla="*/ 51287 w 102573"/>
                      <a:gd name="connsiteY0" fmla="*/ 102574 h 102574"/>
                      <a:gd name="connsiteX1" fmla="*/ 102574 w 102573"/>
                      <a:gd name="connsiteY1" fmla="*/ 51287 h 102574"/>
                      <a:gd name="connsiteX2" fmla="*/ 51287 w 102573"/>
                      <a:gd name="connsiteY2" fmla="*/ 0 h 102574"/>
                      <a:gd name="connsiteX3" fmla="*/ 0 w 102573"/>
                      <a:gd name="connsiteY3" fmla="*/ 51287 h 102574"/>
                      <a:gd name="connsiteX4" fmla="*/ 51287 w 102573"/>
                      <a:gd name="connsiteY4" fmla="*/ 102574 h 10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573" h="102574">
                        <a:moveTo>
                          <a:pt x="51287" y="102574"/>
                        </a:moveTo>
                        <a:cubicBezTo>
                          <a:pt x="79561" y="102574"/>
                          <a:pt x="102574" y="79561"/>
                          <a:pt x="102574" y="51287"/>
                        </a:cubicBezTo>
                        <a:cubicBezTo>
                          <a:pt x="102574" y="23013"/>
                          <a:pt x="79561" y="0"/>
                          <a:pt x="51287" y="0"/>
                        </a:cubicBezTo>
                        <a:cubicBezTo>
                          <a:pt x="23013" y="0"/>
                          <a:pt x="0" y="23013"/>
                          <a:pt x="0" y="51287"/>
                        </a:cubicBezTo>
                        <a:cubicBezTo>
                          <a:pt x="0" y="80218"/>
                          <a:pt x="23013" y="102574"/>
                          <a:pt x="51287" y="102574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orma libre: forma 35">
                    <a:extLst>
                      <a:ext uri="{FF2B5EF4-FFF2-40B4-BE49-F238E27FC236}">
                        <a16:creationId xmlns:a16="http://schemas.microsoft.com/office/drawing/2014/main" id="{AD4C5135-B642-5B04-0325-011A1EEAE966}"/>
                      </a:ext>
                    </a:extLst>
                  </p:cNvPr>
                  <p:cNvSpPr/>
                  <p:nvPr/>
                </p:nvSpPr>
                <p:spPr>
                  <a:xfrm>
                    <a:off x="10022420" y="5255051"/>
                    <a:ext cx="147614" cy="102574"/>
                  </a:xfrm>
                  <a:custGeom>
                    <a:avLst/>
                    <a:gdLst>
                      <a:gd name="connsiteX0" fmla="*/ 99615 w 147614"/>
                      <a:gd name="connsiteY0" fmla="*/ 67068 h 102574"/>
                      <a:gd name="connsiteX1" fmla="*/ 131834 w 147614"/>
                      <a:gd name="connsiteY1" fmla="*/ 67068 h 102574"/>
                      <a:gd name="connsiteX2" fmla="*/ 147614 w 147614"/>
                      <a:gd name="connsiteY2" fmla="*/ 51287 h 102574"/>
                      <a:gd name="connsiteX3" fmla="*/ 131834 w 147614"/>
                      <a:gd name="connsiteY3" fmla="*/ 35506 h 102574"/>
                      <a:gd name="connsiteX4" fmla="*/ 99615 w 147614"/>
                      <a:gd name="connsiteY4" fmla="*/ 35506 h 102574"/>
                      <a:gd name="connsiteX5" fmla="*/ 87122 w 147614"/>
                      <a:gd name="connsiteY5" fmla="*/ 15123 h 102574"/>
                      <a:gd name="connsiteX6" fmla="*/ 50958 w 147614"/>
                      <a:gd name="connsiteY6" fmla="*/ 0 h 102574"/>
                      <a:gd name="connsiteX7" fmla="*/ 14794 w 147614"/>
                      <a:gd name="connsiteY7" fmla="*/ 15123 h 102574"/>
                      <a:gd name="connsiteX8" fmla="*/ 14794 w 147614"/>
                      <a:gd name="connsiteY8" fmla="*/ 87451 h 102574"/>
                      <a:gd name="connsiteX9" fmla="*/ 50958 w 147614"/>
                      <a:gd name="connsiteY9" fmla="*/ 102574 h 102574"/>
                      <a:gd name="connsiteX10" fmla="*/ 87122 w 147614"/>
                      <a:gd name="connsiteY10" fmla="*/ 87451 h 102574"/>
                      <a:gd name="connsiteX11" fmla="*/ 99615 w 147614"/>
                      <a:gd name="connsiteY11" fmla="*/ 67068 h 10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7614" h="102574">
                        <a:moveTo>
                          <a:pt x="99615" y="67068"/>
                        </a:moveTo>
                        <a:lnTo>
                          <a:pt x="131834" y="67068"/>
                        </a:lnTo>
                        <a:cubicBezTo>
                          <a:pt x="140382" y="67068"/>
                          <a:pt x="147614" y="59835"/>
                          <a:pt x="147614" y="51287"/>
                        </a:cubicBezTo>
                        <a:cubicBezTo>
                          <a:pt x="147614" y="42739"/>
                          <a:pt x="140382" y="35506"/>
                          <a:pt x="131834" y="35506"/>
                        </a:cubicBezTo>
                        <a:lnTo>
                          <a:pt x="99615" y="35506"/>
                        </a:lnTo>
                        <a:cubicBezTo>
                          <a:pt x="96985" y="28274"/>
                          <a:pt x="93040" y="21041"/>
                          <a:pt x="87122" y="15123"/>
                        </a:cubicBezTo>
                        <a:cubicBezTo>
                          <a:pt x="77259" y="5260"/>
                          <a:pt x="64109" y="0"/>
                          <a:pt x="50958" y="0"/>
                        </a:cubicBezTo>
                        <a:cubicBezTo>
                          <a:pt x="37808" y="0"/>
                          <a:pt x="24657" y="5260"/>
                          <a:pt x="14794" y="15123"/>
                        </a:cubicBezTo>
                        <a:cubicBezTo>
                          <a:pt x="-4931" y="34849"/>
                          <a:pt x="-4931" y="67725"/>
                          <a:pt x="14794" y="87451"/>
                        </a:cubicBezTo>
                        <a:cubicBezTo>
                          <a:pt x="24657" y="97314"/>
                          <a:pt x="37808" y="102574"/>
                          <a:pt x="50958" y="102574"/>
                        </a:cubicBezTo>
                        <a:cubicBezTo>
                          <a:pt x="64109" y="102574"/>
                          <a:pt x="77259" y="97314"/>
                          <a:pt x="87122" y="87451"/>
                        </a:cubicBezTo>
                        <a:cubicBezTo>
                          <a:pt x="93698" y="81533"/>
                          <a:pt x="97643" y="74958"/>
                          <a:pt x="99615" y="67068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orma libre: forma 36">
                    <a:extLst>
                      <a:ext uri="{FF2B5EF4-FFF2-40B4-BE49-F238E27FC236}">
                        <a16:creationId xmlns:a16="http://schemas.microsoft.com/office/drawing/2014/main" id="{4E665BEF-68CF-47EE-1B55-B53C885ECFD7}"/>
                      </a:ext>
                    </a:extLst>
                  </p:cNvPr>
                  <p:cNvSpPr/>
                  <p:nvPr/>
                </p:nvSpPr>
                <p:spPr>
                  <a:xfrm>
                    <a:off x="10092447" y="5424035"/>
                    <a:ext cx="102573" cy="102574"/>
                  </a:xfrm>
                  <a:custGeom>
                    <a:avLst/>
                    <a:gdLst>
                      <a:gd name="connsiteX0" fmla="*/ 51287 w 102573"/>
                      <a:gd name="connsiteY0" fmla="*/ 0 h 102574"/>
                      <a:gd name="connsiteX1" fmla="*/ 0 w 102573"/>
                      <a:gd name="connsiteY1" fmla="*/ 51287 h 102574"/>
                      <a:gd name="connsiteX2" fmla="*/ 51287 w 102573"/>
                      <a:gd name="connsiteY2" fmla="*/ 102574 h 102574"/>
                      <a:gd name="connsiteX3" fmla="*/ 102574 w 102573"/>
                      <a:gd name="connsiteY3" fmla="*/ 51287 h 102574"/>
                      <a:gd name="connsiteX4" fmla="*/ 51287 w 102573"/>
                      <a:gd name="connsiteY4" fmla="*/ 0 h 10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573" h="102574">
                        <a:moveTo>
                          <a:pt x="51287" y="0"/>
                        </a:moveTo>
                        <a:cubicBezTo>
                          <a:pt x="23013" y="0"/>
                          <a:pt x="0" y="23013"/>
                          <a:pt x="0" y="51287"/>
                        </a:cubicBezTo>
                        <a:cubicBezTo>
                          <a:pt x="0" y="79561"/>
                          <a:pt x="23013" y="102574"/>
                          <a:pt x="51287" y="102574"/>
                        </a:cubicBezTo>
                        <a:cubicBezTo>
                          <a:pt x="79561" y="102574"/>
                          <a:pt x="102574" y="79561"/>
                          <a:pt x="102574" y="51287"/>
                        </a:cubicBezTo>
                        <a:cubicBezTo>
                          <a:pt x="102574" y="23013"/>
                          <a:pt x="79561" y="0"/>
                          <a:pt x="51287" y="0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orma libre: forma 37">
                    <a:extLst>
                      <a:ext uri="{FF2B5EF4-FFF2-40B4-BE49-F238E27FC236}">
                        <a16:creationId xmlns:a16="http://schemas.microsoft.com/office/drawing/2014/main" id="{D9A87592-95CA-E50F-5E2C-B487C87711A9}"/>
                      </a:ext>
                    </a:extLst>
                  </p:cNvPr>
                  <p:cNvSpPr/>
                  <p:nvPr/>
                </p:nvSpPr>
                <p:spPr>
                  <a:xfrm>
                    <a:off x="10429757" y="5424035"/>
                    <a:ext cx="102573" cy="102574"/>
                  </a:xfrm>
                  <a:custGeom>
                    <a:avLst/>
                    <a:gdLst>
                      <a:gd name="connsiteX0" fmla="*/ 51287 w 102573"/>
                      <a:gd name="connsiteY0" fmla="*/ 0 h 102574"/>
                      <a:gd name="connsiteX1" fmla="*/ 0 w 102573"/>
                      <a:gd name="connsiteY1" fmla="*/ 51287 h 102574"/>
                      <a:gd name="connsiteX2" fmla="*/ 51287 w 102573"/>
                      <a:gd name="connsiteY2" fmla="*/ 102574 h 102574"/>
                      <a:gd name="connsiteX3" fmla="*/ 102574 w 102573"/>
                      <a:gd name="connsiteY3" fmla="*/ 51287 h 102574"/>
                      <a:gd name="connsiteX4" fmla="*/ 51287 w 102573"/>
                      <a:gd name="connsiteY4" fmla="*/ 0 h 10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573" h="102574">
                        <a:moveTo>
                          <a:pt x="51287" y="0"/>
                        </a:moveTo>
                        <a:cubicBezTo>
                          <a:pt x="23013" y="0"/>
                          <a:pt x="0" y="23013"/>
                          <a:pt x="0" y="51287"/>
                        </a:cubicBezTo>
                        <a:cubicBezTo>
                          <a:pt x="0" y="79561"/>
                          <a:pt x="23013" y="102574"/>
                          <a:pt x="51287" y="102574"/>
                        </a:cubicBezTo>
                        <a:cubicBezTo>
                          <a:pt x="79561" y="102574"/>
                          <a:pt x="102574" y="79561"/>
                          <a:pt x="102574" y="51287"/>
                        </a:cubicBezTo>
                        <a:cubicBezTo>
                          <a:pt x="101917" y="23013"/>
                          <a:pt x="79561" y="0"/>
                          <a:pt x="51287" y="0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9" name="Forma libre: forma 38">
                    <a:extLst>
                      <a:ext uri="{FF2B5EF4-FFF2-40B4-BE49-F238E27FC236}">
                        <a16:creationId xmlns:a16="http://schemas.microsoft.com/office/drawing/2014/main" id="{FFB419BD-2D8E-5F9E-D236-D03A9719D531}"/>
                      </a:ext>
                    </a:extLst>
                  </p:cNvPr>
                  <p:cNvSpPr/>
                  <p:nvPr/>
                </p:nvSpPr>
                <p:spPr>
                  <a:xfrm>
                    <a:off x="10429757" y="5086067"/>
                    <a:ext cx="102573" cy="102574"/>
                  </a:xfrm>
                  <a:custGeom>
                    <a:avLst/>
                    <a:gdLst>
                      <a:gd name="connsiteX0" fmla="*/ 51287 w 102573"/>
                      <a:gd name="connsiteY0" fmla="*/ 102574 h 102574"/>
                      <a:gd name="connsiteX1" fmla="*/ 102574 w 102573"/>
                      <a:gd name="connsiteY1" fmla="*/ 51287 h 102574"/>
                      <a:gd name="connsiteX2" fmla="*/ 51287 w 102573"/>
                      <a:gd name="connsiteY2" fmla="*/ 0 h 102574"/>
                      <a:gd name="connsiteX3" fmla="*/ 0 w 102573"/>
                      <a:gd name="connsiteY3" fmla="*/ 51287 h 102574"/>
                      <a:gd name="connsiteX4" fmla="*/ 51287 w 102573"/>
                      <a:gd name="connsiteY4" fmla="*/ 102574 h 10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573" h="102574">
                        <a:moveTo>
                          <a:pt x="51287" y="102574"/>
                        </a:moveTo>
                        <a:cubicBezTo>
                          <a:pt x="79561" y="102574"/>
                          <a:pt x="102574" y="79561"/>
                          <a:pt x="102574" y="51287"/>
                        </a:cubicBezTo>
                        <a:cubicBezTo>
                          <a:pt x="102574" y="23013"/>
                          <a:pt x="79561" y="0"/>
                          <a:pt x="51287" y="0"/>
                        </a:cubicBezTo>
                        <a:cubicBezTo>
                          <a:pt x="23013" y="0"/>
                          <a:pt x="0" y="23013"/>
                          <a:pt x="0" y="51287"/>
                        </a:cubicBezTo>
                        <a:cubicBezTo>
                          <a:pt x="0" y="80218"/>
                          <a:pt x="23013" y="102574"/>
                          <a:pt x="51287" y="102574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0" name="Gráfico 10">
                  <a:extLst>
                    <a:ext uri="{FF2B5EF4-FFF2-40B4-BE49-F238E27FC236}">
                      <a16:creationId xmlns:a16="http://schemas.microsoft.com/office/drawing/2014/main" id="{4DC3259A-5206-5193-0624-A67B3E18B93E}"/>
                    </a:ext>
                  </a:extLst>
                </p:cNvPr>
                <p:cNvGrpSpPr/>
                <p:nvPr/>
              </p:nvGrpSpPr>
              <p:grpSpPr>
                <a:xfrm>
                  <a:off x="10261102" y="5016369"/>
                  <a:ext cx="102574" cy="579938"/>
                  <a:chOff x="10261102" y="5016369"/>
                  <a:chExt cx="102574" cy="579938"/>
                </a:xfrm>
                <a:solidFill>
                  <a:srgbClr val="0AC2F3"/>
                </a:solidFill>
              </p:grpSpPr>
              <p:sp>
                <p:nvSpPr>
                  <p:cNvPr id="41" name="Forma libre: forma 40">
                    <a:extLst>
                      <a:ext uri="{FF2B5EF4-FFF2-40B4-BE49-F238E27FC236}">
                        <a16:creationId xmlns:a16="http://schemas.microsoft.com/office/drawing/2014/main" id="{0FCC536F-C6A3-69AE-E5A3-311E54270ACC}"/>
                      </a:ext>
                    </a:extLst>
                  </p:cNvPr>
                  <p:cNvSpPr/>
                  <p:nvPr/>
                </p:nvSpPr>
                <p:spPr>
                  <a:xfrm>
                    <a:off x="10261102" y="5016369"/>
                    <a:ext cx="101916" cy="147943"/>
                  </a:xfrm>
                  <a:custGeom>
                    <a:avLst/>
                    <a:gdLst>
                      <a:gd name="connsiteX0" fmla="*/ 35178 w 101916"/>
                      <a:gd name="connsiteY0" fmla="*/ 99944 h 147943"/>
                      <a:gd name="connsiteX1" fmla="*/ 35178 w 101916"/>
                      <a:gd name="connsiteY1" fmla="*/ 132163 h 147943"/>
                      <a:gd name="connsiteX2" fmla="*/ 50958 w 101916"/>
                      <a:gd name="connsiteY2" fmla="*/ 147943 h 147943"/>
                      <a:gd name="connsiteX3" fmla="*/ 66739 w 101916"/>
                      <a:gd name="connsiteY3" fmla="*/ 132163 h 147943"/>
                      <a:gd name="connsiteX4" fmla="*/ 66739 w 101916"/>
                      <a:gd name="connsiteY4" fmla="*/ 99944 h 147943"/>
                      <a:gd name="connsiteX5" fmla="*/ 87122 w 101916"/>
                      <a:gd name="connsiteY5" fmla="*/ 87451 h 147943"/>
                      <a:gd name="connsiteX6" fmla="*/ 87122 w 101916"/>
                      <a:gd name="connsiteY6" fmla="*/ 15123 h 147943"/>
                      <a:gd name="connsiteX7" fmla="*/ 50958 w 101916"/>
                      <a:gd name="connsiteY7" fmla="*/ 0 h 147943"/>
                      <a:gd name="connsiteX8" fmla="*/ 14794 w 101916"/>
                      <a:gd name="connsiteY8" fmla="*/ 15123 h 147943"/>
                      <a:gd name="connsiteX9" fmla="*/ 14794 w 101916"/>
                      <a:gd name="connsiteY9" fmla="*/ 87451 h 147943"/>
                      <a:gd name="connsiteX10" fmla="*/ 35178 w 101916"/>
                      <a:gd name="connsiteY10" fmla="*/ 99944 h 147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916" h="147943">
                        <a:moveTo>
                          <a:pt x="35178" y="99944"/>
                        </a:moveTo>
                        <a:lnTo>
                          <a:pt x="35178" y="132163"/>
                        </a:lnTo>
                        <a:cubicBezTo>
                          <a:pt x="35178" y="140711"/>
                          <a:pt x="42411" y="147943"/>
                          <a:pt x="50958" y="147943"/>
                        </a:cubicBezTo>
                        <a:cubicBezTo>
                          <a:pt x="59506" y="147943"/>
                          <a:pt x="66739" y="140711"/>
                          <a:pt x="66739" y="132163"/>
                        </a:cubicBezTo>
                        <a:lnTo>
                          <a:pt x="66739" y="99944"/>
                        </a:lnTo>
                        <a:cubicBezTo>
                          <a:pt x="73972" y="97314"/>
                          <a:pt x="81205" y="93369"/>
                          <a:pt x="87122" y="87451"/>
                        </a:cubicBezTo>
                        <a:cubicBezTo>
                          <a:pt x="106848" y="67725"/>
                          <a:pt x="106848" y="34849"/>
                          <a:pt x="87122" y="15123"/>
                        </a:cubicBezTo>
                        <a:cubicBezTo>
                          <a:pt x="77259" y="5260"/>
                          <a:pt x="64109" y="0"/>
                          <a:pt x="50958" y="0"/>
                        </a:cubicBezTo>
                        <a:cubicBezTo>
                          <a:pt x="37808" y="0"/>
                          <a:pt x="24657" y="5260"/>
                          <a:pt x="14794" y="15123"/>
                        </a:cubicBezTo>
                        <a:cubicBezTo>
                          <a:pt x="-4931" y="34849"/>
                          <a:pt x="-4931" y="67725"/>
                          <a:pt x="14794" y="87451"/>
                        </a:cubicBezTo>
                        <a:cubicBezTo>
                          <a:pt x="20712" y="93369"/>
                          <a:pt x="27945" y="97971"/>
                          <a:pt x="35178" y="99944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orma libre: forma 41">
                    <a:extLst>
                      <a:ext uri="{FF2B5EF4-FFF2-40B4-BE49-F238E27FC236}">
                        <a16:creationId xmlns:a16="http://schemas.microsoft.com/office/drawing/2014/main" id="{829ECB52-EC49-E5DC-5A4D-02A199A519FD}"/>
                      </a:ext>
                    </a:extLst>
                  </p:cNvPr>
                  <p:cNvSpPr/>
                  <p:nvPr/>
                </p:nvSpPr>
                <p:spPr>
                  <a:xfrm>
                    <a:off x="10261760" y="5448364"/>
                    <a:ext cx="101916" cy="147943"/>
                  </a:xfrm>
                  <a:custGeom>
                    <a:avLst/>
                    <a:gdLst>
                      <a:gd name="connsiteX0" fmla="*/ 66738 w 101916"/>
                      <a:gd name="connsiteY0" fmla="*/ 47999 h 147943"/>
                      <a:gd name="connsiteX1" fmla="*/ 66738 w 101916"/>
                      <a:gd name="connsiteY1" fmla="*/ 15781 h 147943"/>
                      <a:gd name="connsiteX2" fmla="*/ 50958 w 101916"/>
                      <a:gd name="connsiteY2" fmla="*/ 0 h 147943"/>
                      <a:gd name="connsiteX3" fmla="*/ 35178 w 101916"/>
                      <a:gd name="connsiteY3" fmla="*/ 15781 h 147943"/>
                      <a:gd name="connsiteX4" fmla="*/ 35178 w 101916"/>
                      <a:gd name="connsiteY4" fmla="*/ 47999 h 147943"/>
                      <a:gd name="connsiteX5" fmla="*/ 14794 w 101916"/>
                      <a:gd name="connsiteY5" fmla="*/ 60492 h 147943"/>
                      <a:gd name="connsiteX6" fmla="*/ 14794 w 101916"/>
                      <a:gd name="connsiteY6" fmla="*/ 132820 h 147943"/>
                      <a:gd name="connsiteX7" fmla="*/ 50958 w 101916"/>
                      <a:gd name="connsiteY7" fmla="*/ 147943 h 147943"/>
                      <a:gd name="connsiteX8" fmla="*/ 87122 w 101916"/>
                      <a:gd name="connsiteY8" fmla="*/ 132820 h 147943"/>
                      <a:gd name="connsiteX9" fmla="*/ 87122 w 101916"/>
                      <a:gd name="connsiteY9" fmla="*/ 60492 h 147943"/>
                      <a:gd name="connsiteX10" fmla="*/ 66738 w 101916"/>
                      <a:gd name="connsiteY10" fmla="*/ 47999 h 147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916" h="147943">
                        <a:moveTo>
                          <a:pt x="66738" y="47999"/>
                        </a:moveTo>
                        <a:lnTo>
                          <a:pt x="66738" y="15781"/>
                        </a:lnTo>
                        <a:cubicBezTo>
                          <a:pt x="66738" y="7233"/>
                          <a:pt x="59506" y="0"/>
                          <a:pt x="50958" y="0"/>
                        </a:cubicBezTo>
                        <a:cubicBezTo>
                          <a:pt x="42410" y="0"/>
                          <a:pt x="35178" y="7233"/>
                          <a:pt x="35178" y="15781"/>
                        </a:cubicBezTo>
                        <a:lnTo>
                          <a:pt x="35178" y="47999"/>
                        </a:lnTo>
                        <a:cubicBezTo>
                          <a:pt x="27945" y="50630"/>
                          <a:pt x="20711" y="54575"/>
                          <a:pt x="14794" y="60492"/>
                        </a:cubicBezTo>
                        <a:cubicBezTo>
                          <a:pt x="-4931" y="80218"/>
                          <a:pt x="-4931" y="113095"/>
                          <a:pt x="14794" y="132820"/>
                        </a:cubicBezTo>
                        <a:cubicBezTo>
                          <a:pt x="24657" y="142683"/>
                          <a:pt x="37808" y="147943"/>
                          <a:pt x="50958" y="147943"/>
                        </a:cubicBezTo>
                        <a:cubicBezTo>
                          <a:pt x="64109" y="147943"/>
                          <a:pt x="77259" y="142683"/>
                          <a:pt x="87122" y="132820"/>
                        </a:cubicBezTo>
                        <a:cubicBezTo>
                          <a:pt x="106848" y="113095"/>
                          <a:pt x="106848" y="80218"/>
                          <a:pt x="87122" y="60492"/>
                        </a:cubicBezTo>
                        <a:cubicBezTo>
                          <a:pt x="80547" y="54575"/>
                          <a:pt x="73972" y="50630"/>
                          <a:pt x="66738" y="47999"/>
                        </a:cubicBezTo>
                        <a:close/>
                      </a:path>
                    </a:pathLst>
                  </a:custGeom>
                  <a:solidFill>
                    <a:srgbClr val="0AC2F3"/>
                  </a:solidFill>
                  <a:ln w="657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3" name="Forma libre: forma 42">
                  <a:extLst>
                    <a:ext uri="{FF2B5EF4-FFF2-40B4-BE49-F238E27FC236}">
                      <a16:creationId xmlns:a16="http://schemas.microsoft.com/office/drawing/2014/main" id="{6CD07F08-AFD0-DEDD-1790-F61276A546FA}"/>
                    </a:ext>
                  </a:extLst>
                </p:cNvPr>
                <p:cNvSpPr/>
                <p:nvPr/>
              </p:nvSpPr>
              <p:spPr>
                <a:xfrm>
                  <a:off x="10454086" y="5255051"/>
                  <a:ext cx="147943" cy="102574"/>
                </a:xfrm>
                <a:custGeom>
                  <a:avLst/>
                  <a:gdLst>
                    <a:gd name="connsiteX0" fmla="*/ 132820 w 147943"/>
                    <a:gd name="connsiteY0" fmla="*/ 15123 h 102574"/>
                    <a:gd name="connsiteX1" fmla="*/ 120327 w 147943"/>
                    <a:gd name="connsiteY1" fmla="*/ 5918 h 102574"/>
                    <a:gd name="connsiteX2" fmla="*/ 119670 w 147943"/>
                    <a:gd name="connsiteY2" fmla="*/ 5918 h 102574"/>
                    <a:gd name="connsiteX3" fmla="*/ 113752 w 147943"/>
                    <a:gd name="connsiteY3" fmla="*/ 3288 h 102574"/>
                    <a:gd name="connsiteX4" fmla="*/ 96656 w 147943"/>
                    <a:gd name="connsiteY4" fmla="*/ 0 h 102574"/>
                    <a:gd name="connsiteX5" fmla="*/ 60492 w 147943"/>
                    <a:gd name="connsiteY5" fmla="*/ 15123 h 102574"/>
                    <a:gd name="connsiteX6" fmla="*/ 51287 w 147943"/>
                    <a:gd name="connsiteY6" fmla="*/ 27616 h 102574"/>
                    <a:gd name="connsiteX7" fmla="*/ 47999 w 147943"/>
                    <a:gd name="connsiteY7" fmla="*/ 35506 h 102574"/>
                    <a:gd name="connsiteX8" fmla="*/ 15780 w 147943"/>
                    <a:gd name="connsiteY8" fmla="*/ 35506 h 102574"/>
                    <a:gd name="connsiteX9" fmla="*/ 0 w 147943"/>
                    <a:gd name="connsiteY9" fmla="*/ 51287 h 102574"/>
                    <a:gd name="connsiteX10" fmla="*/ 15780 w 147943"/>
                    <a:gd name="connsiteY10" fmla="*/ 67068 h 102574"/>
                    <a:gd name="connsiteX11" fmla="*/ 47999 w 147943"/>
                    <a:gd name="connsiteY11" fmla="*/ 67068 h 102574"/>
                    <a:gd name="connsiteX12" fmla="*/ 60492 w 147943"/>
                    <a:gd name="connsiteY12" fmla="*/ 87451 h 102574"/>
                    <a:gd name="connsiteX13" fmla="*/ 85478 w 147943"/>
                    <a:gd name="connsiteY13" fmla="*/ 101259 h 102574"/>
                    <a:gd name="connsiteX14" fmla="*/ 89423 w 147943"/>
                    <a:gd name="connsiteY14" fmla="*/ 101917 h 102574"/>
                    <a:gd name="connsiteX15" fmla="*/ 92711 w 147943"/>
                    <a:gd name="connsiteY15" fmla="*/ 102574 h 102574"/>
                    <a:gd name="connsiteX16" fmla="*/ 96656 w 147943"/>
                    <a:gd name="connsiteY16" fmla="*/ 102574 h 102574"/>
                    <a:gd name="connsiteX17" fmla="*/ 132820 w 147943"/>
                    <a:gd name="connsiteY17" fmla="*/ 87451 h 102574"/>
                    <a:gd name="connsiteX18" fmla="*/ 147943 w 147943"/>
                    <a:gd name="connsiteY18" fmla="*/ 51287 h 102574"/>
                    <a:gd name="connsiteX19" fmla="*/ 132820 w 147943"/>
                    <a:gd name="connsiteY19" fmla="*/ 15123 h 102574"/>
                    <a:gd name="connsiteX20" fmla="*/ 115725 w 147943"/>
                    <a:gd name="connsiteY20" fmla="*/ 32219 h 102574"/>
                    <a:gd name="connsiteX21" fmla="*/ 119012 w 147943"/>
                    <a:gd name="connsiteY21" fmla="*/ 36164 h 102574"/>
                    <a:gd name="connsiteX22" fmla="*/ 119670 w 147943"/>
                    <a:gd name="connsiteY22" fmla="*/ 37479 h 102574"/>
                    <a:gd name="connsiteX23" fmla="*/ 121642 w 147943"/>
                    <a:gd name="connsiteY23" fmla="*/ 40767 h 102574"/>
                    <a:gd name="connsiteX24" fmla="*/ 122300 w 147943"/>
                    <a:gd name="connsiteY24" fmla="*/ 43397 h 102574"/>
                    <a:gd name="connsiteX25" fmla="*/ 122957 w 147943"/>
                    <a:gd name="connsiteY25" fmla="*/ 45369 h 102574"/>
                    <a:gd name="connsiteX26" fmla="*/ 123615 w 147943"/>
                    <a:gd name="connsiteY26" fmla="*/ 50630 h 102574"/>
                    <a:gd name="connsiteX27" fmla="*/ 122957 w 147943"/>
                    <a:gd name="connsiteY27" fmla="*/ 55890 h 102574"/>
                    <a:gd name="connsiteX28" fmla="*/ 122300 w 147943"/>
                    <a:gd name="connsiteY28" fmla="*/ 57862 h 102574"/>
                    <a:gd name="connsiteX29" fmla="*/ 121642 w 147943"/>
                    <a:gd name="connsiteY29" fmla="*/ 61150 h 102574"/>
                    <a:gd name="connsiteX30" fmla="*/ 120327 w 147943"/>
                    <a:gd name="connsiteY30" fmla="*/ 63780 h 102574"/>
                    <a:gd name="connsiteX31" fmla="*/ 119670 w 147943"/>
                    <a:gd name="connsiteY31" fmla="*/ 65753 h 102574"/>
                    <a:gd name="connsiteX32" fmla="*/ 116382 w 147943"/>
                    <a:gd name="connsiteY32" fmla="*/ 69698 h 102574"/>
                    <a:gd name="connsiteX33" fmla="*/ 116382 w 147943"/>
                    <a:gd name="connsiteY33" fmla="*/ 70355 h 102574"/>
                    <a:gd name="connsiteX34" fmla="*/ 97313 w 147943"/>
                    <a:gd name="connsiteY34" fmla="*/ 78246 h 102574"/>
                    <a:gd name="connsiteX35" fmla="*/ 78245 w 147943"/>
                    <a:gd name="connsiteY35" fmla="*/ 70355 h 102574"/>
                    <a:gd name="connsiteX36" fmla="*/ 72328 w 147943"/>
                    <a:gd name="connsiteY36" fmla="*/ 40767 h 102574"/>
                    <a:gd name="connsiteX37" fmla="*/ 78245 w 147943"/>
                    <a:gd name="connsiteY37" fmla="*/ 31561 h 102574"/>
                    <a:gd name="connsiteX38" fmla="*/ 97313 w 147943"/>
                    <a:gd name="connsiteY38" fmla="*/ 23671 h 102574"/>
                    <a:gd name="connsiteX39" fmla="*/ 102574 w 147943"/>
                    <a:gd name="connsiteY39" fmla="*/ 24328 h 102574"/>
                    <a:gd name="connsiteX40" fmla="*/ 115725 w 147943"/>
                    <a:gd name="connsiteY40" fmla="*/ 32219 h 102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147943" h="102574">
                      <a:moveTo>
                        <a:pt x="132820" y="15123"/>
                      </a:moveTo>
                      <a:cubicBezTo>
                        <a:pt x="128875" y="11178"/>
                        <a:pt x="124930" y="8548"/>
                        <a:pt x="120327" y="5918"/>
                      </a:cubicBezTo>
                      <a:cubicBezTo>
                        <a:pt x="120327" y="5918"/>
                        <a:pt x="119670" y="5918"/>
                        <a:pt x="119670" y="5918"/>
                      </a:cubicBezTo>
                      <a:cubicBezTo>
                        <a:pt x="117697" y="5260"/>
                        <a:pt x="115725" y="3945"/>
                        <a:pt x="113752" y="3288"/>
                      </a:cubicBezTo>
                      <a:cubicBezTo>
                        <a:pt x="107834" y="1315"/>
                        <a:pt x="102574" y="0"/>
                        <a:pt x="96656" y="0"/>
                      </a:cubicBezTo>
                      <a:cubicBezTo>
                        <a:pt x="83506" y="0"/>
                        <a:pt x="70355" y="5260"/>
                        <a:pt x="60492" y="15123"/>
                      </a:cubicBezTo>
                      <a:cubicBezTo>
                        <a:pt x="56547" y="19068"/>
                        <a:pt x="53917" y="23013"/>
                        <a:pt x="51287" y="27616"/>
                      </a:cubicBezTo>
                      <a:cubicBezTo>
                        <a:pt x="49972" y="30246"/>
                        <a:pt x="48656" y="32876"/>
                        <a:pt x="47999" y="35506"/>
                      </a:cubicBezTo>
                      <a:lnTo>
                        <a:pt x="15780" y="35506"/>
                      </a:lnTo>
                      <a:cubicBezTo>
                        <a:pt x="7233" y="35506"/>
                        <a:pt x="0" y="42739"/>
                        <a:pt x="0" y="51287"/>
                      </a:cubicBezTo>
                      <a:cubicBezTo>
                        <a:pt x="0" y="59835"/>
                        <a:pt x="7233" y="67068"/>
                        <a:pt x="15780" y="67068"/>
                      </a:cubicBezTo>
                      <a:lnTo>
                        <a:pt x="47999" y="67068"/>
                      </a:lnTo>
                      <a:cubicBezTo>
                        <a:pt x="50629" y="74300"/>
                        <a:pt x="54574" y="81533"/>
                        <a:pt x="60492" y="87451"/>
                      </a:cubicBezTo>
                      <a:cubicBezTo>
                        <a:pt x="67725" y="94684"/>
                        <a:pt x="76273" y="99286"/>
                        <a:pt x="85478" y="101259"/>
                      </a:cubicBezTo>
                      <a:cubicBezTo>
                        <a:pt x="86793" y="101259"/>
                        <a:pt x="88108" y="101917"/>
                        <a:pt x="89423" y="101917"/>
                      </a:cubicBezTo>
                      <a:cubicBezTo>
                        <a:pt x="90738" y="101917"/>
                        <a:pt x="91396" y="101917"/>
                        <a:pt x="92711" y="102574"/>
                      </a:cubicBezTo>
                      <a:cubicBezTo>
                        <a:pt x="94026" y="102574"/>
                        <a:pt x="95341" y="102574"/>
                        <a:pt x="96656" y="102574"/>
                      </a:cubicBezTo>
                      <a:cubicBezTo>
                        <a:pt x="109807" y="102574"/>
                        <a:pt x="122957" y="97314"/>
                        <a:pt x="132820" y="87451"/>
                      </a:cubicBezTo>
                      <a:cubicBezTo>
                        <a:pt x="142683" y="77588"/>
                        <a:pt x="147943" y="64438"/>
                        <a:pt x="147943" y="51287"/>
                      </a:cubicBezTo>
                      <a:cubicBezTo>
                        <a:pt x="147943" y="38137"/>
                        <a:pt x="142683" y="24986"/>
                        <a:pt x="132820" y="15123"/>
                      </a:cubicBezTo>
                      <a:close/>
                      <a:moveTo>
                        <a:pt x="115725" y="32219"/>
                      </a:moveTo>
                      <a:cubicBezTo>
                        <a:pt x="117039" y="33534"/>
                        <a:pt x="118355" y="34849"/>
                        <a:pt x="119012" y="36164"/>
                      </a:cubicBezTo>
                      <a:cubicBezTo>
                        <a:pt x="119012" y="36821"/>
                        <a:pt x="119670" y="37479"/>
                        <a:pt x="119670" y="37479"/>
                      </a:cubicBezTo>
                      <a:cubicBezTo>
                        <a:pt x="120327" y="38794"/>
                        <a:pt x="120984" y="39452"/>
                        <a:pt x="121642" y="40767"/>
                      </a:cubicBezTo>
                      <a:cubicBezTo>
                        <a:pt x="122300" y="41424"/>
                        <a:pt x="122300" y="42739"/>
                        <a:pt x="122300" y="43397"/>
                      </a:cubicBezTo>
                      <a:cubicBezTo>
                        <a:pt x="122300" y="44054"/>
                        <a:pt x="122957" y="44712"/>
                        <a:pt x="122957" y="45369"/>
                      </a:cubicBezTo>
                      <a:cubicBezTo>
                        <a:pt x="123615" y="47342"/>
                        <a:pt x="123615" y="48657"/>
                        <a:pt x="123615" y="50630"/>
                      </a:cubicBezTo>
                      <a:cubicBezTo>
                        <a:pt x="123615" y="52602"/>
                        <a:pt x="123615" y="53917"/>
                        <a:pt x="122957" y="55890"/>
                      </a:cubicBezTo>
                      <a:cubicBezTo>
                        <a:pt x="122957" y="56547"/>
                        <a:pt x="122300" y="57205"/>
                        <a:pt x="122300" y="57862"/>
                      </a:cubicBezTo>
                      <a:cubicBezTo>
                        <a:pt x="122300" y="59177"/>
                        <a:pt x="121642" y="59835"/>
                        <a:pt x="121642" y="61150"/>
                      </a:cubicBezTo>
                      <a:cubicBezTo>
                        <a:pt x="120984" y="62465"/>
                        <a:pt x="120327" y="63123"/>
                        <a:pt x="120327" y="63780"/>
                      </a:cubicBezTo>
                      <a:cubicBezTo>
                        <a:pt x="119670" y="64438"/>
                        <a:pt x="119670" y="65095"/>
                        <a:pt x="119670" y="65753"/>
                      </a:cubicBezTo>
                      <a:cubicBezTo>
                        <a:pt x="119012" y="67068"/>
                        <a:pt x="117697" y="68383"/>
                        <a:pt x="116382" y="69698"/>
                      </a:cubicBezTo>
                      <a:cubicBezTo>
                        <a:pt x="116382" y="69698"/>
                        <a:pt x="116382" y="69698"/>
                        <a:pt x="116382" y="70355"/>
                      </a:cubicBezTo>
                      <a:cubicBezTo>
                        <a:pt x="111121" y="75616"/>
                        <a:pt x="104546" y="78246"/>
                        <a:pt x="97313" y="78246"/>
                      </a:cubicBezTo>
                      <a:cubicBezTo>
                        <a:pt x="90081" y="78246"/>
                        <a:pt x="82848" y="75616"/>
                        <a:pt x="78245" y="70355"/>
                      </a:cubicBezTo>
                      <a:cubicBezTo>
                        <a:pt x="70355" y="62465"/>
                        <a:pt x="68382" y="50630"/>
                        <a:pt x="72328" y="40767"/>
                      </a:cubicBezTo>
                      <a:cubicBezTo>
                        <a:pt x="73643" y="37479"/>
                        <a:pt x="75616" y="34191"/>
                        <a:pt x="78245" y="31561"/>
                      </a:cubicBezTo>
                      <a:cubicBezTo>
                        <a:pt x="83506" y="26301"/>
                        <a:pt x="90081" y="23671"/>
                        <a:pt x="97313" y="23671"/>
                      </a:cubicBezTo>
                      <a:cubicBezTo>
                        <a:pt x="99286" y="23671"/>
                        <a:pt x="101258" y="23671"/>
                        <a:pt x="102574" y="24328"/>
                      </a:cubicBezTo>
                      <a:cubicBezTo>
                        <a:pt x="107176" y="25644"/>
                        <a:pt x="111780" y="28274"/>
                        <a:pt x="115725" y="32219"/>
                      </a:cubicBezTo>
                      <a:close/>
                    </a:path>
                  </a:pathLst>
                </a:custGeom>
                <a:solidFill>
                  <a:srgbClr val="0AC2F3"/>
                </a:solidFill>
                <a:ln w="65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EFA203C-BBCB-66D2-8336-4F63437A7829}"/>
                  </a:ext>
                </a:extLst>
              </p:cNvPr>
              <p:cNvSpPr txBox="1"/>
              <p:nvPr/>
            </p:nvSpPr>
            <p:spPr>
              <a:xfrm>
                <a:off x="9527518" y="5663702"/>
                <a:ext cx="1569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AC2F3"/>
                    </a:solidFill>
                  </a:rPr>
                  <a:t>Data Management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6138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5A92-70D5-E495-9C95-EB867C39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162651-FC49-1DD8-701F-FA0912578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557" y="36944"/>
            <a:ext cx="4786447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2FAAA5E-F927-FD75-E0BC-DE6750BD1ED9}"/>
              </a:ext>
            </a:extLst>
          </p:cNvPr>
          <p:cNvSpPr txBox="1"/>
          <p:nvPr/>
        </p:nvSpPr>
        <p:spPr>
          <a:xfrm>
            <a:off x="506996" y="350982"/>
            <a:ext cx="229421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Problema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827F793-5EB9-2759-3321-843D416E5BF3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2198255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F61A1E9-D1D7-5AD2-760D-FB09A2503843}"/>
              </a:ext>
            </a:extLst>
          </p:cNvPr>
          <p:cNvSpPr txBox="1"/>
          <p:nvPr/>
        </p:nvSpPr>
        <p:spPr>
          <a:xfrm>
            <a:off x="1227258" y="2250638"/>
            <a:ext cx="501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9E9E9E"/>
                </a:solidFill>
                <a:latin typeface="Century Gothic" panose="020B0502020202020204" pitchFamily="34" charset="0"/>
              </a:rPr>
              <a:t>Complejidad tecnológica y de integración</a:t>
            </a:r>
            <a:endParaRPr lang="en-US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B926D0-A7F6-13B0-DBFA-F7F69045F0D5}"/>
              </a:ext>
            </a:extLst>
          </p:cNvPr>
          <p:cNvSpPr txBox="1"/>
          <p:nvPr/>
        </p:nvSpPr>
        <p:spPr>
          <a:xfrm>
            <a:off x="1227258" y="3152723"/>
            <a:ext cx="501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9E9E9E"/>
                </a:solidFill>
                <a:latin typeface="Century Gothic" panose="020B0502020202020204" pitchFamily="34" charset="0"/>
              </a:rPr>
              <a:t>Falta de datos estructurados y de calidad</a:t>
            </a:r>
            <a:endParaRPr lang="en-US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31B2E3-C0E3-7DAC-985C-664AA1187184}"/>
              </a:ext>
            </a:extLst>
          </p:cNvPr>
          <p:cNvSpPr txBox="1"/>
          <p:nvPr/>
        </p:nvSpPr>
        <p:spPr>
          <a:xfrm>
            <a:off x="1227258" y="4054808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9E9E9E"/>
                </a:solidFill>
                <a:latin typeface="Century Gothic" panose="020B0502020202020204" pitchFamily="34" charset="0"/>
              </a:rPr>
              <a:t>Escalabilidad limitada</a:t>
            </a:r>
            <a:endParaRPr lang="en-US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6BA744-6470-77E5-A8FB-1C7A2BABE3BB}"/>
              </a:ext>
            </a:extLst>
          </p:cNvPr>
          <p:cNvSpPr txBox="1"/>
          <p:nvPr/>
        </p:nvSpPr>
        <p:spPr>
          <a:xfrm>
            <a:off x="1227258" y="4956893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9E9E9E"/>
                </a:solidFill>
                <a:latin typeface="Century Gothic" panose="020B0502020202020204" pitchFamily="34" charset="0"/>
              </a:rPr>
              <a:t>Resistencia al cambio organizacional</a:t>
            </a:r>
            <a:endParaRPr lang="en-US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DF40318E-E874-207B-D2E0-0838DA992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680" y="4876229"/>
            <a:ext cx="565494" cy="56549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54CD4A60-666E-3CC8-12D1-E48E38359B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680" y="3068164"/>
            <a:ext cx="565494" cy="565494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8B64293C-CA4B-B534-7B27-6944A8CC6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680" y="3960799"/>
            <a:ext cx="565494" cy="565494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38CCBBB-6FF4-E285-C5B2-B6D07D2ACB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385" y="2189964"/>
            <a:ext cx="514085" cy="51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57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D4BD-5C54-35C2-E130-54ABDF96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DECD4D2-BD76-5083-A89A-722D40D24E72}"/>
              </a:ext>
            </a:extLst>
          </p:cNvPr>
          <p:cNvSpPr txBox="1"/>
          <p:nvPr/>
        </p:nvSpPr>
        <p:spPr>
          <a:xfrm>
            <a:off x="506996" y="350982"/>
            <a:ext cx="1025473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Propuesta de Valor - </a:t>
            </a:r>
            <a:r>
              <a:rPr lang="es-MX" sz="3500" noProof="0" dirty="0">
                <a:solidFill>
                  <a:srgbClr val="0AC2F3"/>
                </a:solidFill>
                <a:latin typeface="Century Gothic" panose="020B0502020202020204" pitchFamily="34" charset="0"/>
              </a:rPr>
              <a:t>C</a:t>
            </a:r>
            <a:r>
              <a:rPr lang="es-MX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ontrol &amp; </a:t>
            </a:r>
            <a:r>
              <a:rPr lang="es-MX" sz="3500" noProof="0" dirty="0">
                <a:solidFill>
                  <a:srgbClr val="0AC2F3"/>
                </a:solidFill>
                <a:latin typeface="Century Gothic" panose="020B0502020202020204" pitchFamily="34" charset="0"/>
              </a:rPr>
              <a:t>R</a:t>
            </a:r>
            <a:r>
              <a:rPr lang="es-MX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esolve </a:t>
            </a:r>
            <a:r>
              <a:rPr lang="es-MX" sz="3500" noProof="0" dirty="0">
                <a:solidFill>
                  <a:srgbClr val="0AC2F3"/>
                </a:solidFill>
                <a:latin typeface="Century Gothic" panose="020B0502020202020204" pitchFamily="34" charset="0"/>
              </a:rPr>
              <a:t>S</a:t>
            </a:r>
            <a:r>
              <a:rPr lang="es-MX" sz="3500" noProof="0" dirty="0">
                <a:solidFill>
                  <a:srgbClr val="C1C1C1"/>
                </a:solidFill>
                <a:latin typeface="Century Gothic" panose="020B0502020202020204" pitchFamily="34" charset="0"/>
              </a:rPr>
              <a:t>ystem</a:t>
            </a:r>
            <a:endParaRPr lang="es-ES" sz="3500" noProof="0" dirty="0">
              <a:solidFill>
                <a:srgbClr val="C1C1C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E47AC6-A432-FE11-1B2F-1826513F934C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10234899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5DADDF6-213E-63EA-EF93-691507B99BA7}"/>
              </a:ext>
            </a:extLst>
          </p:cNvPr>
          <p:cNvSpPr txBox="1"/>
          <p:nvPr/>
        </p:nvSpPr>
        <p:spPr>
          <a:xfrm>
            <a:off x="674434" y="1847273"/>
            <a:ext cx="49599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rgbClr val="9E9E9E"/>
                </a:solidFill>
                <a:latin typeface="Century Gothic" panose="020B0502020202020204" pitchFamily="34" charset="0"/>
              </a:rPr>
              <a:t>En </a:t>
            </a:r>
            <a:r>
              <a:rPr lang="es-MX" sz="1600" b="1" dirty="0">
                <a:solidFill>
                  <a:srgbClr val="9E9E9E"/>
                </a:solidFill>
                <a:latin typeface="Century Gothic" panose="020B0502020202020204" pitchFamily="34" charset="0"/>
              </a:rPr>
              <a:t>CRS Global </a:t>
            </a:r>
            <a:r>
              <a:rPr lang="es-MX" sz="1600" dirty="0">
                <a:solidFill>
                  <a:srgbClr val="9E9E9E"/>
                </a:solidFill>
                <a:latin typeface="Century Gothic" panose="020B0502020202020204" pitchFamily="34" charset="0"/>
              </a:rPr>
              <a:t>llevamos a las empresas al futuro de la eficiencia operativa, implementando fuerzas de trabajo digitales personalizadas que se adaptan a su modelo, estructura y operación. </a:t>
            </a:r>
            <a:r>
              <a:rPr lang="es-MX" sz="1600" b="1" dirty="0">
                <a:solidFill>
                  <a:srgbClr val="9E9E9E"/>
                </a:solidFill>
                <a:latin typeface="Century Gothic" panose="020B0502020202020204" pitchFamily="34" charset="0"/>
              </a:rPr>
              <a:t>Transformamos procesos complejos en flujos de trabajo ágiles, escalables y optimizados.</a:t>
            </a:r>
            <a:endParaRPr lang="en-US" sz="1600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B54F30-8A34-5696-E815-B3C5C8ED0DD8}"/>
              </a:ext>
            </a:extLst>
          </p:cNvPr>
          <p:cNvSpPr txBox="1"/>
          <p:nvPr/>
        </p:nvSpPr>
        <p:spPr>
          <a:xfrm>
            <a:off x="6022110" y="1847273"/>
            <a:ext cx="4959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rgbClr val="9E9E9E"/>
                </a:solidFill>
                <a:latin typeface="Century Gothic" panose="020B0502020202020204" pitchFamily="34" charset="0"/>
              </a:rPr>
              <a:t>CRS Global </a:t>
            </a:r>
            <a:r>
              <a:rPr lang="es-MX" sz="1600" dirty="0">
                <a:solidFill>
                  <a:srgbClr val="9E9E9E"/>
                </a:solidFill>
                <a:latin typeface="Century Gothic" panose="020B0502020202020204" pitchFamily="34" charset="0"/>
              </a:rPr>
              <a:t>no solo implementa tecnología, transforma el futuro del trabajo digital mediante una solución integral, adaptable estructurada y personalizada que </a:t>
            </a:r>
            <a:r>
              <a:rPr lang="es-MX" sz="1600" b="1" dirty="0">
                <a:solidFill>
                  <a:srgbClr val="9E9E9E"/>
                </a:solidFill>
                <a:latin typeface="Century Gothic" panose="020B0502020202020204" pitchFamily="34" charset="0"/>
              </a:rPr>
              <a:t>garantiza resultados escalables y medibles desde el inicio.</a:t>
            </a:r>
            <a:endParaRPr lang="en-US" sz="1600" b="1" dirty="0">
              <a:solidFill>
                <a:srgbClr val="9E9E9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C3123E-F841-042C-69DA-EE0E54BCF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2" y="3852542"/>
            <a:ext cx="11083636" cy="186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99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7B338-F4C0-4E19-9702-5C95AA2C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528E4A-2343-E139-6283-3B900FDBAF18}"/>
              </a:ext>
            </a:extLst>
          </p:cNvPr>
          <p:cNvSpPr txBox="1"/>
          <p:nvPr/>
        </p:nvSpPr>
        <p:spPr>
          <a:xfrm>
            <a:off x="1679814" y="350982"/>
            <a:ext cx="566853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500" b="1" noProof="0">
                <a:solidFill>
                  <a:srgbClr val="0AC2F3"/>
                </a:solidFill>
                <a:latin typeface="Century Gothic" panose="020B0502020202020204" pitchFamily="34" charset="0"/>
              </a:rPr>
              <a:t>C</a:t>
            </a:r>
            <a:r>
              <a:rPr lang="es-MX" sz="3500" b="1" noProof="0">
                <a:solidFill>
                  <a:schemeClr val="bg1"/>
                </a:solidFill>
                <a:latin typeface="Century Gothic" panose="020B0502020202020204" pitchFamily="34" charset="0"/>
              </a:rPr>
              <a:t>ontrol &amp; </a:t>
            </a:r>
            <a:r>
              <a:rPr lang="es-MX" sz="3500" b="1" noProof="0">
                <a:solidFill>
                  <a:srgbClr val="0AC2F3"/>
                </a:solidFill>
                <a:latin typeface="Century Gothic" panose="020B0502020202020204" pitchFamily="34" charset="0"/>
              </a:rPr>
              <a:t>R</a:t>
            </a:r>
            <a:r>
              <a:rPr lang="es-MX" sz="3500" b="1" noProof="0">
                <a:solidFill>
                  <a:schemeClr val="bg1"/>
                </a:solidFill>
                <a:latin typeface="Century Gothic" panose="020B0502020202020204" pitchFamily="34" charset="0"/>
              </a:rPr>
              <a:t>esolve </a:t>
            </a:r>
            <a:r>
              <a:rPr lang="es-MX" sz="3500" b="1" noProof="0">
                <a:solidFill>
                  <a:srgbClr val="0AC2F3"/>
                </a:solidFill>
                <a:latin typeface="Century Gothic" panose="020B0502020202020204" pitchFamily="34" charset="0"/>
              </a:rPr>
              <a:t>S</a:t>
            </a:r>
            <a:r>
              <a:rPr lang="es-MX" sz="3500" b="1" noProof="0">
                <a:solidFill>
                  <a:schemeClr val="bg1"/>
                </a:solidFill>
                <a:latin typeface="Century Gothic" panose="020B0502020202020204" pitchFamily="34" charset="0"/>
              </a:rPr>
              <a:t>ystem</a:t>
            </a:r>
            <a:endParaRPr lang="es-ES" sz="3500" b="1" noProof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A11B3F7-1788-A1CF-F1B6-DCD943AC0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8" y="1464039"/>
            <a:ext cx="11314545" cy="478494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57F1A93-D774-243A-20F4-96A4F98A7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828" y="227318"/>
            <a:ext cx="930315" cy="87826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663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173EC-7182-3FF0-823C-62163D5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AE507D2D-2C65-427B-E984-647FA46E5285}"/>
              </a:ext>
            </a:extLst>
          </p:cNvPr>
          <p:cNvGrpSpPr/>
          <p:nvPr/>
        </p:nvGrpSpPr>
        <p:grpSpPr>
          <a:xfrm>
            <a:off x="443484" y="1447282"/>
            <a:ext cx="11305032" cy="4212816"/>
            <a:chOff x="443484" y="1473201"/>
            <a:chExt cx="11305032" cy="4212816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DD12DFF4-681F-7C05-D1C4-9A5C52DB8363}"/>
                </a:ext>
              </a:extLst>
            </p:cNvPr>
            <p:cNvSpPr txBox="1"/>
            <p:nvPr/>
          </p:nvSpPr>
          <p:spPr>
            <a:xfrm>
              <a:off x="1327777" y="1473201"/>
              <a:ext cx="9536446" cy="1418626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 lnSpcReduction="10000"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7100" b="1" dirty="0">
                  <a:solidFill>
                    <a:srgbClr val="0AC2F3"/>
                  </a:solidFill>
                  <a:latin typeface="Century Gothic" panose="020B0502020202020204" pitchFamily="34" charset="0"/>
                </a:rPr>
                <a:t>ROI del 100%</a:t>
              </a:r>
            </a:p>
            <a:p>
              <a:pPr algn="ctr">
                <a:spcAft>
                  <a:spcPts val="600"/>
                </a:spcAft>
              </a:pPr>
              <a:r>
                <a:rPr lang="es-MX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Desde</a:t>
              </a:r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las </a:t>
              </a:r>
              <a:r>
                <a:rPr lang="es-MX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etapas</a:t>
              </a:r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</a:t>
              </a:r>
              <a:r>
                <a:rPr lang="es-MX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temprana</a:t>
              </a:r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gracias a </a:t>
              </a:r>
              <a:r>
                <a:rPr lang="en-US" sz="1600" b="1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nuestro</a:t>
              </a:r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</a:t>
              </a:r>
              <a:r>
                <a:rPr lang="es-MX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Efficient </a:t>
              </a:r>
              <a:r>
                <a:rPr lang="es-MX" sz="1600" b="1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Delivery</a:t>
              </a:r>
              <a:r>
                <a:rPr lang="es-MX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Model</a:t>
              </a:r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 (EDM)</a:t>
              </a:r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303D1E55-D19C-0EAE-F2C2-70E7B9003908}"/>
                </a:ext>
              </a:extLst>
            </p:cNvPr>
            <p:cNvGrpSpPr/>
            <p:nvPr/>
          </p:nvGrpSpPr>
          <p:grpSpPr>
            <a:xfrm>
              <a:off x="443484" y="3510281"/>
              <a:ext cx="11305032" cy="2175736"/>
              <a:chOff x="443484" y="2734056"/>
              <a:chExt cx="11305032" cy="2175736"/>
            </a:xfrm>
          </p:grpSpPr>
          <p:pic>
            <p:nvPicPr>
              <p:cNvPr id="4" name="Gráfico 3">
                <a:extLst>
                  <a:ext uri="{FF2B5EF4-FFF2-40B4-BE49-F238E27FC236}">
                    <a16:creationId xmlns:a16="http://schemas.microsoft.com/office/drawing/2014/main" id="{8F0334E6-D58E-EA7F-9841-EBED13CFE6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38482" y="3543670"/>
                <a:ext cx="2141157" cy="1086323"/>
              </a:xfrm>
              <a:prstGeom prst="rect">
                <a:avLst/>
              </a:prstGeom>
            </p:spPr>
          </p:pic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EF8163A-422A-A75D-292D-50EA2215FB3A}"/>
                  </a:ext>
                </a:extLst>
              </p:cNvPr>
              <p:cNvSpPr txBox="1"/>
              <p:nvPr/>
            </p:nvSpPr>
            <p:spPr>
              <a:xfrm>
                <a:off x="1316736" y="2734056"/>
                <a:ext cx="914400" cy="448056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rm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b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Hasta</a:t>
                </a:r>
              </a:p>
            </p:txBody>
          </p: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F94A7E0-A912-FD9D-F7F1-E42137202F9D}"/>
                  </a:ext>
                </a:extLst>
              </p:cNvPr>
              <p:cNvSpPr txBox="1"/>
              <p:nvPr/>
            </p:nvSpPr>
            <p:spPr>
              <a:xfrm>
                <a:off x="5158740" y="2734056"/>
                <a:ext cx="1874520" cy="448056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rm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b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Eficiencia del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B7485F5-42D2-50CF-BBA5-B332374687E1}"/>
                  </a:ext>
                </a:extLst>
              </p:cNvPr>
              <p:cNvSpPr txBox="1"/>
              <p:nvPr/>
            </p:nvSpPr>
            <p:spPr>
              <a:xfrm>
                <a:off x="8877300" y="2734056"/>
                <a:ext cx="2871216" cy="448056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rm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b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Mitigación de mas del</a:t>
                </a: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45F3B7E-8802-8596-DB2E-DCAB2EBB1884}"/>
                  </a:ext>
                </a:extLst>
              </p:cNvPr>
              <p:cNvSpPr txBox="1"/>
              <p:nvPr/>
            </p:nvSpPr>
            <p:spPr>
              <a:xfrm>
                <a:off x="877824" y="3282696"/>
                <a:ext cx="1792224" cy="72069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sz="6500" b="1">
                    <a:solidFill>
                      <a:srgbClr val="0AC2F3"/>
                    </a:solidFill>
                    <a:latin typeface="Century Gothic" panose="020B0502020202020204" pitchFamily="34" charset="0"/>
                  </a:rPr>
                  <a:t>94%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ACA4320-809B-3AE4-E965-B21A3F1A10F8}"/>
                  </a:ext>
                </a:extLst>
              </p:cNvPr>
              <p:cNvSpPr txBox="1"/>
              <p:nvPr/>
            </p:nvSpPr>
            <p:spPr>
              <a:xfrm>
                <a:off x="5199888" y="3282696"/>
                <a:ext cx="1792224" cy="72069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sz="6500" b="1">
                    <a:solidFill>
                      <a:srgbClr val="0AC2F3"/>
                    </a:solidFill>
                    <a:latin typeface="Century Gothic" panose="020B0502020202020204" pitchFamily="34" charset="0"/>
                  </a:rPr>
                  <a:t>50%</a:t>
                </a:r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E0339E7-3658-8042-95E2-D801485FE7BE}"/>
                  </a:ext>
                </a:extLst>
              </p:cNvPr>
              <p:cNvSpPr txBox="1"/>
              <p:nvPr/>
            </p:nvSpPr>
            <p:spPr>
              <a:xfrm>
                <a:off x="9416796" y="3282696"/>
                <a:ext cx="1792224" cy="72069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MX" sz="6500" b="1">
                    <a:solidFill>
                      <a:srgbClr val="0AC2F3"/>
                    </a:solidFill>
                    <a:latin typeface="Century Gothic" panose="020B0502020202020204" pitchFamily="34" charset="0"/>
                  </a:rPr>
                  <a:t>95%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4F7961F-8826-0F11-99AE-A3CF59FBD011}"/>
                  </a:ext>
                </a:extLst>
              </p:cNvPr>
              <p:cNvSpPr txBox="1"/>
              <p:nvPr/>
            </p:nvSpPr>
            <p:spPr>
              <a:xfrm>
                <a:off x="443484" y="4041112"/>
                <a:ext cx="2660904" cy="86868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rm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MX" sz="13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de ahorro en costo operativo por hora</a:t>
                </a:r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30A91E8-04B1-7EDB-6108-2575D9EB926D}"/>
                  </a:ext>
                </a:extLst>
              </p:cNvPr>
              <p:cNvSpPr txBox="1"/>
              <p:nvPr/>
            </p:nvSpPr>
            <p:spPr>
              <a:xfrm>
                <a:off x="4765548" y="4041112"/>
                <a:ext cx="2660904" cy="86868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rm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MX" sz="13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en los tiempos de atencion y ejecución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5B6FD3D-8392-DFA4-F371-D1AEA899A54A}"/>
                  </a:ext>
                </a:extLst>
              </p:cNvPr>
              <p:cNvSpPr txBox="1"/>
              <p:nvPr/>
            </p:nvSpPr>
            <p:spPr>
              <a:xfrm>
                <a:off x="8982456" y="4041112"/>
                <a:ext cx="2660904" cy="86868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rm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MX" sz="13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de los errores humanos</a:t>
                </a:r>
              </a:p>
            </p:txBody>
          </p:sp>
          <p:pic>
            <p:nvPicPr>
              <p:cNvPr id="14" name="Gráfico 13">
                <a:extLst>
                  <a:ext uri="{FF2B5EF4-FFF2-40B4-BE49-F238E27FC236}">
                    <a16:creationId xmlns:a16="http://schemas.microsoft.com/office/drawing/2014/main" id="{2C67BC96-37EE-1970-C04B-2127B33DEA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148353" y="3543670"/>
                <a:ext cx="2141157" cy="108632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73053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44F9D-D6F8-0636-83A0-E0B07DE5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FD7A09-B071-001F-7256-FFFA926696EE}"/>
              </a:ext>
            </a:extLst>
          </p:cNvPr>
          <p:cNvSpPr txBox="1"/>
          <p:nvPr/>
        </p:nvSpPr>
        <p:spPr>
          <a:xfrm>
            <a:off x="506996" y="350982"/>
            <a:ext cx="682270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500" dirty="0">
                <a:solidFill>
                  <a:srgbClr val="C1C1C1"/>
                </a:solidFill>
                <a:latin typeface="Century Gothic" panose="020B0502020202020204" pitchFamily="34" charset="0"/>
              </a:rPr>
              <a:t>Para Todas las Organizaciones</a:t>
            </a:r>
            <a:endParaRPr lang="es-ES" sz="3500" noProof="0" dirty="0">
              <a:solidFill>
                <a:srgbClr val="C1C1C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26E8EB8-433F-4732-A8BA-3559F85DB5B9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6688135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C9A67EF5-1430-65BF-4532-B55CF5B436B3}"/>
              </a:ext>
            </a:extLst>
          </p:cNvPr>
          <p:cNvGrpSpPr/>
          <p:nvPr/>
        </p:nvGrpSpPr>
        <p:grpSpPr>
          <a:xfrm>
            <a:off x="2017549" y="1346685"/>
            <a:ext cx="8156903" cy="878269"/>
            <a:chOff x="2778952" y="1512933"/>
            <a:chExt cx="8156903" cy="878269"/>
          </a:xfrm>
        </p:grpSpPr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1BD51A50-780E-DF82-729D-7335C2523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78952" y="1512933"/>
              <a:ext cx="930315" cy="878269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4FEE192-DBE7-DAD3-8A51-8C2188C14259}"/>
                </a:ext>
              </a:extLst>
            </p:cNvPr>
            <p:cNvSpPr txBox="1"/>
            <p:nvPr/>
          </p:nvSpPr>
          <p:spPr>
            <a:xfrm>
              <a:off x="3740727" y="1538979"/>
              <a:ext cx="71951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solidFill>
                    <a:srgbClr val="9E9E9E"/>
                  </a:solidFill>
                  <a:latin typeface="Century Gothic" panose="020B0502020202020204" pitchFamily="34" charset="0"/>
                </a:rPr>
                <a:t>La implementación estratégica de una solución personalizada para cada empresa maximiza la productividad, optimizando recursos para un crecimiento sostenido con resultados ágiles.</a:t>
              </a:r>
              <a:endParaRPr lang="en-US" sz="1600" dirty="0">
                <a:solidFill>
                  <a:srgbClr val="9E9E9E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35D442DB-8B42-B3D7-757C-75EBD09C6D3A}"/>
              </a:ext>
            </a:extLst>
          </p:cNvPr>
          <p:cNvGrpSpPr/>
          <p:nvPr/>
        </p:nvGrpSpPr>
        <p:grpSpPr>
          <a:xfrm>
            <a:off x="842155" y="2729548"/>
            <a:ext cx="10507691" cy="3383941"/>
            <a:chOff x="806852" y="2738784"/>
            <a:chExt cx="10507691" cy="3383941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2ED2CC8-5BEB-0301-7953-FCC1F666E521}"/>
                </a:ext>
              </a:extLst>
            </p:cNvPr>
            <p:cNvGrpSpPr/>
            <p:nvPr/>
          </p:nvGrpSpPr>
          <p:grpSpPr>
            <a:xfrm>
              <a:off x="4453725" y="2738784"/>
              <a:ext cx="2915776" cy="3223337"/>
              <a:chOff x="4638112" y="2738784"/>
              <a:chExt cx="2915776" cy="3223337"/>
            </a:xfrm>
          </p:grpSpPr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73453A21-00B1-05BD-6407-BB7F108F5CBB}"/>
                  </a:ext>
                </a:extLst>
              </p:cNvPr>
              <p:cNvGrpSpPr/>
              <p:nvPr/>
            </p:nvGrpSpPr>
            <p:grpSpPr>
              <a:xfrm>
                <a:off x="4638112" y="4635297"/>
                <a:ext cx="2914474" cy="1326824"/>
                <a:chOff x="5839301" y="4840714"/>
                <a:chExt cx="2914474" cy="1326824"/>
              </a:xfrm>
            </p:grpSpPr>
            <p:grpSp>
              <p:nvGrpSpPr>
                <p:cNvPr id="27" name="Grupo 26">
                  <a:extLst>
                    <a:ext uri="{FF2B5EF4-FFF2-40B4-BE49-F238E27FC236}">
                      <a16:creationId xmlns:a16="http://schemas.microsoft.com/office/drawing/2014/main" id="{7C320FC1-214C-9D12-7C41-BF254C8FA845}"/>
                    </a:ext>
                  </a:extLst>
                </p:cNvPr>
                <p:cNvGrpSpPr/>
                <p:nvPr/>
              </p:nvGrpSpPr>
              <p:grpSpPr>
                <a:xfrm>
                  <a:off x="5839301" y="4840714"/>
                  <a:ext cx="2914474" cy="513398"/>
                  <a:chOff x="5839301" y="4840714"/>
                  <a:chExt cx="2914474" cy="513398"/>
                </a:xfrm>
              </p:grpSpPr>
              <p:pic>
                <p:nvPicPr>
                  <p:cNvPr id="29" name="Gráfico 28">
                    <a:extLst>
                      <a:ext uri="{FF2B5EF4-FFF2-40B4-BE49-F238E27FC236}">
                        <a16:creationId xmlns:a16="http://schemas.microsoft.com/office/drawing/2014/main" id="{A8B069AB-02A6-55C1-E671-D17F01AF64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39301" y="4840714"/>
                    <a:ext cx="586740" cy="513398"/>
                  </a:xfrm>
                  <a:prstGeom prst="rect">
                    <a:avLst/>
                  </a:prstGeom>
                </p:spPr>
              </p:pic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487B8F88-39EF-9677-E862-098DF57AF6C6}"/>
                      </a:ext>
                    </a:extLst>
                  </p:cNvPr>
                  <p:cNvSpPr txBox="1"/>
                  <p:nvPr/>
                </p:nvSpPr>
                <p:spPr>
                  <a:xfrm>
                    <a:off x="6416711" y="4973550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Aseguradoras</a:t>
                    </a:r>
                  </a:p>
                </p:txBody>
              </p:sp>
            </p:grpSp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5A5F54A9-855A-9BB9-FCB6-0D6F6422A453}"/>
                    </a:ext>
                  </a:extLst>
                </p:cNvPr>
                <p:cNvSpPr txBox="1"/>
                <p:nvPr/>
              </p:nvSpPr>
              <p:spPr>
                <a:xfrm>
                  <a:off x="5839301" y="5458412"/>
                  <a:ext cx="2652860" cy="70912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Procesamiento de Reclamos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Suscripción y Políticas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Servicio al Cliente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BEFA38CA-D30D-A27F-B400-40F7EA8F9A10}"/>
                  </a:ext>
                </a:extLst>
              </p:cNvPr>
              <p:cNvGrpSpPr/>
              <p:nvPr/>
            </p:nvGrpSpPr>
            <p:grpSpPr>
              <a:xfrm>
                <a:off x="4638112" y="2738784"/>
                <a:ext cx="2915776" cy="1319296"/>
                <a:chOff x="8683833" y="1274616"/>
                <a:chExt cx="2915776" cy="1319296"/>
              </a:xfrm>
            </p:grpSpPr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63546985-54C8-A028-DC5D-6139156FDE24}"/>
                    </a:ext>
                  </a:extLst>
                </p:cNvPr>
                <p:cNvGrpSpPr/>
                <p:nvPr/>
              </p:nvGrpSpPr>
              <p:grpSpPr>
                <a:xfrm>
                  <a:off x="8683833" y="1274616"/>
                  <a:ext cx="2850577" cy="461010"/>
                  <a:chOff x="8758361" y="1274616"/>
                  <a:chExt cx="2850577" cy="461010"/>
                </a:xfrm>
              </p:grpSpPr>
              <p:pic>
                <p:nvPicPr>
                  <p:cNvPr id="25" name="Gráfico 24">
                    <a:extLst>
                      <a:ext uri="{FF2B5EF4-FFF2-40B4-BE49-F238E27FC236}">
                        <a16:creationId xmlns:a16="http://schemas.microsoft.com/office/drawing/2014/main" id="{CE927481-53D5-A276-BD7C-40C7701FB5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58361" y="1274616"/>
                    <a:ext cx="429578" cy="461010"/>
                  </a:xfrm>
                  <a:prstGeom prst="rect">
                    <a:avLst/>
                  </a:prstGeom>
                </p:spPr>
              </p:pic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8A46F8E8-06E5-09B7-849B-C301F9C953B3}"/>
                      </a:ext>
                    </a:extLst>
                  </p:cNvPr>
                  <p:cNvSpPr txBox="1"/>
                  <p:nvPr/>
                </p:nvSpPr>
                <p:spPr>
                  <a:xfrm>
                    <a:off x="9271874" y="1334611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Finanzas</a:t>
                    </a:r>
                  </a:p>
                </p:txBody>
              </p:sp>
            </p:grpSp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E4126C8-D15E-9871-2E15-0600EB714451}"/>
                    </a:ext>
                  </a:extLst>
                </p:cNvPr>
                <p:cNvSpPr txBox="1"/>
                <p:nvPr/>
              </p:nvSpPr>
              <p:spPr>
                <a:xfrm>
                  <a:off x="8683833" y="1884786"/>
                  <a:ext cx="2915776" cy="70912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Procesamiento de Transacciones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Gestión de Riesgos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Atención al Cliente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37743A46-5969-7237-DD10-5A3324F49795}"/>
                </a:ext>
              </a:extLst>
            </p:cNvPr>
            <p:cNvGrpSpPr/>
            <p:nvPr/>
          </p:nvGrpSpPr>
          <p:grpSpPr>
            <a:xfrm>
              <a:off x="806852" y="2738784"/>
              <a:ext cx="2925105" cy="3168410"/>
              <a:chOff x="806852" y="2738784"/>
              <a:chExt cx="2925105" cy="3168410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8BA9893D-467A-65FA-2CD9-B60E34B8496D}"/>
                  </a:ext>
                </a:extLst>
              </p:cNvPr>
              <p:cNvGrpSpPr/>
              <p:nvPr/>
            </p:nvGrpSpPr>
            <p:grpSpPr>
              <a:xfrm>
                <a:off x="806852" y="2738784"/>
                <a:ext cx="2914474" cy="1319296"/>
                <a:chOff x="5839301" y="1274616"/>
                <a:chExt cx="2914474" cy="1319296"/>
              </a:xfrm>
            </p:grpSpPr>
            <p:grpSp>
              <p:nvGrpSpPr>
                <p:cNvPr id="35" name="Grupo 34">
                  <a:extLst>
                    <a:ext uri="{FF2B5EF4-FFF2-40B4-BE49-F238E27FC236}">
                      <a16:creationId xmlns:a16="http://schemas.microsoft.com/office/drawing/2014/main" id="{6100E683-B3C1-9184-DDC2-69BBB90FCA11}"/>
                    </a:ext>
                  </a:extLst>
                </p:cNvPr>
                <p:cNvGrpSpPr/>
                <p:nvPr/>
              </p:nvGrpSpPr>
              <p:grpSpPr>
                <a:xfrm>
                  <a:off x="5839301" y="1274616"/>
                  <a:ext cx="2914474" cy="513398"/>
                  <a:chOff x="5839301" y="1274616"/>
                  <a:chExt cx="2914474" cy="513398"/>
                </a:xfrm>
              </p:grpSpPr>
              <p:pic>
                <p:nvPicPr>
                  <p:cNvPr id="37" name="Gráfico 36">
                    <a:extLst>
                      <a:ext uri="{FF2B5EF4-FFF2-40B4-BE49-F238E27FC236}">
                        <a16:creationId xmlns:a16="http://schemas.microsoft.com/office/drawing/2014/main" id="{552B32A1-6923-B5ED-DF51-626AB3F8E8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39301" y="1274616"/>
                    <a:ext cx="513398" cy="513398"/>
                  </a:xfrm>
                  <a:prstGeom prst="rect">
                    <a:avLst/>
                  </a:prstGeom>
                </p:spPr>
              </p:pic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1BA9DC32-33D2-CEB3-61B4-1F5566C4EC8C}"/>
                      </a:ext>
                    </a:extLst>
                  </p:cNvPr>
                  <p:cNvSpPr txBox="1"/>
                  <p:nvPr/>
                </p:nvSpPr>
                <p:spPr>
                  <a:xfrm>
                    <a:off x="6416711" y="1362604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Telecomunicaciones</a:t>
                    </a:r>
                  </a:p>
                </p:txBody>
              </p:sp>
            </p:grpSp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27BFD469-F0E4-D6E7-BF07-64841496E50D}"/>
                    </a:ext>
                  </a:extLst>
                </p:cNvPr>
                <p:cNvSpPr txBox="1"/>
                <p:nvPr/>
              </p:nvSpPr>
              <p:spPr>
                <a:xfrm>
                  <a:off x="5839301" y="1884786"/>
                  <a:ext cx="2652860" cy="70912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Mantenimiento de Redes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Gestión de Datos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Facturación y Cobros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204442C1-585D-E632-3B3B-A15D4EEF8248}"/>
                  </a:ext>
                </a:extLst>
              </p:cNvPr>
              <p:cNvGrpSpPr/>
              <p:nvPr/>
            </p:nvGrpSpPr>
            <p:grpSpPr>
              <a:xfrm>
                <a:off x="806852" y="4635297"/>
                <a:ext cx="2925105" cy="1271897"/>
                <a:chOff x="8683833" y="3122823"/>
                <a:chExt cx="2925105" cy="1271897"/>
              </a:xfrm>
            </p:grpSpPr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CDAF1F91-6402-7C47-7FA2-01F535F8CD30}"/>
                    </a:ext>
                  </a:extLst>
                </p:cNvPr>
                <p:cNvGrpSpPr/>
                <p:nvPr/>
              </p:nvGrpSpPr>
              <p:grpSpPr>
                <a:xfrm>
                  <a:off x="8716451" y="3122823"/>
                  <a:ext cx="2892487" cy="345758"/>
                  <a:chOff x="8716451" y="3122823"/>
                  <a:chExt cx="2892487" cy="345758"/>
                </a:xfrm>
              </p:grpSpPr>
              <p:pic>
                <p:nvPicPr>
                  <p:cNvPr id="21" name="Gráfico 20">
                    <a:extLst>
                      <a:ext uri="{FF2B5EF4-FFF2-40B4-BE49-F238E27FC236}">
                        <a16:creationId xmlns:a16="http://schemas.microsoft.com/office/drawing/2014/main" id="{BF3877B8-46E9-1C20-30CC-AAA271D27C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16451" y="3122823"/>
                    <a:ext cx="513398" cy="345758"/>
                  </a:xfrm>
                  <a:prstGeom prst="rect">
                    <a:avLst/>
                  </a:prstGeom>
                </p:spPr>
              </p:pic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FF8651BB-0FC9-D62D-1744-932184032970}"/>
                      </a:ext>
                    </a:extLst>
                  </p:cNvPr>
                  <p:cNvSpPr txBox="1"/>
                  <p:nvPr/>
                </p:nvSpPr>
                <p:spPr>
                  <a:xfrm>
                    <a:off x="9271874" y="3126425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 err="1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Retail</a:t>
                    </a:r>
                    <a:endParaRPr lang="es-MX" sz="1600" b="1">
                      <a:solidFill>
                        <a:srgbClr val="0AC2F3"/>
                      </a:solidFill>
                      <a:latin typeface="Century Gothic" panose="020B0502020202020204" pitchFamily="34" charset="0"/>
                    </a:endParaRPr>
                  </a:p>
                </p:txBody>
              </p:sp>
            </p:grp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59614DB6-3AEA-90BB-C76C-5CB97CA9480C}"/>
                    </a:ext>
                  </a:extLst>
                </p:cNvPr>
                <p:cNvSpPr txBox="1"/>
                <p:nvPr/>
              </p:nvSpPr>
              <p:spPr>
                <a:xfrm>
                  <a:off x="8683833" y="3685594"/>
                  <a:ext cx="2652860" cy="70912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Gestión de Inventarios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Procesos de Ventas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Marketing y CRM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226C0291-B1B3-4287-2C7A-ED00B3A46E91}"/>
                </a:ext>
              </a:extLst>
            </p:cNvPr>
            <p:cNvGrpSpPr/>
            <p:nvPr/>
          </p:nvGrpSpPr>
          <p:grpSpPr>
            <a:xfrm>
              <a:off x="8091270" y="2754169"/>
              <a:ext cx="3223273" cy="3368556"/>
              <a:chOff x="8091270" y="2754169"/>
              <a:chExt cx="3223273" cy="3368556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6CF27592-7D99-BDCB-63CA-B17338F45274}"/>
                  </a:ext>
                </a:extLst>
              </p:cNvPr>
              <p:cNvGrpSpPr/>
              <p:nvPr/>
            </p:nvGrpSpPr>
            <p:grpSpPr>
              <a:xfrm>
                <a:off x="8091270" y="2754169"/>
                <a:ext cx="2914474" cy="1355717"/>
                <a:chOff x="5839301" y="3039003"/>
                <a:chExt cx="2914474" cy="1355717"/>
              </a:xfrm>
            </p:grpSpPr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EFD3BC30-7666-DED2-0FA5-F4E3424F29DC}"/>
                    </a:ext>
                  </a:extLst>
                </p:cNvPr>
                <p:cNvGrpSpPr/>
                <p:nvPr/>
              </p:nvGrpSpPr>
              <p:grpSpPr>
                <a:xfrm>
                  <a:off x="5839301" y="3039003"/>
                  <a:ext cx="2914474" cy="513398"/>
                  <a:chOff x="5839301" y="3039003"/>
                  <a:chExt cx="2914474" cy="513398"/>
                </a:xfrm>
              </p:grpSpPr>
              <p:pic>
                <p:nvPicPr>
                  <p:cNvPr id="33" name="Gráfico 32">
                    <a:extLst>
                      <a:ext uri="{FF2B5EF4-FFF2-40B4-BE49-F238E27FC236}">
                        <a16:creationId xmlns:a16="http://schemas.microsoft.com/office/drawing/2014/main" id="{047EB2DF-644A-4CE4-C5BD-3AFE9D00DF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39301" y="3039003"/>
                    <a:ext cx="513398" cy="513398"/>
                  </a:xfrm>
                  <a:prstGeom prst="rect">
                    <a:avLst/>
                  </a:prstGeom>
                </p:spPr>
              </p:pic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635FEFA4-F7CD-0DFE-1603-10DE497E6C56}"/>
                      </a:ext>
                    </a:extLst>
                  </p:cNvPr>
                  <p:cNvSpPr txBox="1"/>
                  <p:nvPr/>
                </p:nvSpPr>
                <p:spPr>
                  <a:xfrm>
                    <a:off x="6416711" y="3126425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 dirty="0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Salud</a:t>
                    </a:r>
                  </a:p>
                </p:txBody>
              </p:sp>
            </p:grpSp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2BD92FD8-7345-5A6A-B6CB-C6A22227EC59}"/>
                    </a:ext>
                  </a:extLst>
                </p:cNvPr>
                <p:cNvSpPr txBox="1"/>
                <p:nvPr/>
              </p:nvSpPr>
              <p:spPr>
                <a:xfrm>
                  <a:off x="5839301" y="3685594"/>
                  <a:ext cx="2652860" cy="70912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Gestión de Historias Clínicas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Facturación y Cobros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Programación de Citas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7A3A5C4F-E2EF-BE25-EE92-90DCC66C8387}"/>
                  </a:ext>
                </a:extLst>
              </p:cNvPr>
              <p:cNvGrpSpPr/>
              <p:nvPr/>
            </p:nvGrpSpPr>
            <p:grpSpPr>
              <a:xfrm>
                <a:off x="8091270" y="4635297"/>
                <a:ext cx="3223273" cy="1487428"/>
                <a:chOff x="8683832" y="4840714"/>
                <a:chExt cx="3223273" cy="1487428"/>
              </a:xfrm>
            </p:grpSpPr>
            <p:grpSp>
              <p:nvGrpSpPr>
                <p:cNvPr id="15" name="Grupo 14">
                  <a:extLst>
                    <a:ext uri="{FF2B5EF4-FFF2-40B4-BE49-F238E27FC236}">
                      <a16:creationId xmlns:a16="http://schemas.microsoft.com/office/drawing/2014/main" id="{263F0446-834C-9EE2-AF8D-24D3DA886AE0}"/>
                    </a:ext>
                  </a:extLst>
                </p:cNvPr>
                <p:cNvGrpSpPr/>
                <p:nvPr/>
              </p:nvGrpSpPr>
              <p:grpSpPr>
                <a:xfrm>
                  <a:off x="8716451" y="4840714"/>
                  <a:ext cx="2892487" cy="513398"/>
                  <a:chOff x="8716451" y="4840714"/>
                  <a:chExt cx="2892487" cy="513398"/>
                </a:xfrm>
              </p:grpSpPr>
              <p:pic>
                <p:nvPicPr>
                  <p:cNvPr id="17" name="Gráfico 16">
                    <a:extLst>
                      <a:ext uri="{FF2B5EF4-FFF2-40B4-BE49-F238E27FC236}">
                        <a16:creationId xmlns:a16="http://schemas.microsoft.com/office/drawing/2014/main" id="{5C74C3E6-8AA6-8B4D-45F5-6CD09663E4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16451" y="4840714"/>
                    <a:ext cx="513398" cy="513398"/>
                  </a:xfrm>
                  <a:prstGeom prst="rect">
                    <a:avLst/>
                  </a:prstGeom>
                </p:spPr>
              </p:pic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12932182-5F80-CCB6-CAF3-20E74F96CCAE}"/>
                      </a:ext>
                    </a:extLst>
                  </p:cNvPr>
                  <p:cNvSpPr txBox="1"/>
                  <p:nvPr/>
                </p:nvSpPr>
                <p:spPr>
                  <a:xfrm>
                    <a:off x="9271874" y="4937319"/>
                    <a:ext cx="2337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sz="1600" b="1" dirty="0">
                        <a:solidFill>
                          <a:srgbClr val="0AC2F3"/>
                        </a:solidFill>
                        <a:latin typeface="Century Gothic" panose="020B0502020202020204" pitchFamily="34" charset="0"/>
                      </a:rPr>
                      <a:t>Manufactura</a:t>
                    </a:r>
                  </a:p>
                </p:txBody>
              </p:sp>
            </p:grp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EE298C-AE8D-404E-357F-792386DA8214}"/>
                    </a:ext>
                  </a:extLst>
                </p:cNvPr>
                <p:cNvSpPr txBox="1"/>
                <p:nvPr/>
              </p:nvSpPr>
              <p:spPr>
                <a:xfrm>
                  <a:off x="8683832" y="5497146"/>
                  <a:ext cx="3223273" cy="830996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1. Indicadores de producción en tiempo real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2. Tableros de control de la operación</a:t>
                  </a:r>
                </a:p>
                <a:p>
                  <a:pPr algn="l"/>
                  <a:r>
                    <a:rPr lang="es-MX" sz="1500" b="0" i="0" u="none" strike="noStrike" baseline="0" dirty="0">
                      <a:solidFill>
                        <a:srgbClr val="9E9E9E"/>
                      </a:solidFill>
                      <a:latin typeface="CenturyGothic"/>
                    </a:rPr>
                    <a:t>3. Control de mantenimiento</a:t>
                  </a:r>
                  <a:endParaRPr lang="es-MX" sz="1500" dirty="0">
                    <a:solidFill>
                      <a:srgbClr val="9E9E9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25232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D3BA9-707F-3199-ADB0-8E2245C1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CA6F49B-68EC-53C4-635A-873DF65B4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89" y="1000630"/>
            <a:ext cx="9567023" cy="555298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40A098A-FFEB-131B-FFDA-4D47B8944CCE}"/>
              </a:ext>
            </a:extLst>
          </p:cNvPr>
          <p:cNvSpPr txBox="1"/>
          <p:nvPr/>
        </p:nvSpPr>
        <p:spPr>
          <a:xfrm>
            <a:off x="506996" y="350982"/>
            <a:ext cx="484780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500" dirty="0">
                <a:solidFill>
                  <a:srgbClr val="C1C1C1"/>
                </a:solidFill>
                <a:latin typeface="Century Gothic" panose="020B0502020202020204" pitchFamily="34" charset="0"/>
              </a:rPr>
              <a:t>Software Compatible</a:t>
            </a:r>
            <a:endParaRPr lang="es-ES" sz="3500" noProof="0" dirty="0">
              <a:solidFill>
                <a:srgbClr val="C1C1C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F5CC63C-4B40-B3AD-1874-97409FED0054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4755442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65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D6F9B-D3F8-83FF-0F89-78516936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2B06F1-A0F7-CD8E-873E-E271F9845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777" y="1249815"/>
            <a:ext cx="11290447" cy="52756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55746CC-C2D7-D842-FA1E-1666F5618794}"/>
              </a:ext>
            </a:extLst>
          </p:cNvPr>
          <p:cNvSpPr txBox="1"/>
          <p:nvPr/>
        </p:nvSpPr>
        <p:spPr>
          <a:xfrm>
            <a:off x="506996" y="350982"/>
            <a:ext cx="222048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500" dirty="0">
                <a:solidFill>
                  <a:schemeClr val="bg1"/>
                </a:solidFill>
                <a:latin typeface="Century Gothic" panose="020B0502020202020204" pitchFamily="34" charset="0"/>
              </a:rPr>
              <a:t>Mercado</a:t>
            </a:r>
            <a:endParaRPr lang="es-ES" sz="3500" noProof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E638C77-D732-DEAA-AA31-6E1395AE9476}"/>
              </a:ext>
            </a:extLst>
          </p:cNvPr>
          <p:cNvCxnSpPr>
            <a:cxnSpLocks/>
          </p:cNvCxnSpPr>
          <p:nvPr/>
        </p:nvCxnSpPr>
        <p:spPr>
          <a:xfrm>
            <a:off x="599356" y="944980"/>
            <a:ext cx="2254680" cy="0"/>
          </a:xfrm>
          <a:prstGeom prst="line">
            <a:avLst/>
          </a:prstGeom>
          <a:ln w="28575">
            <a:solidFill>
              <a:srgbClr val="0AC2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6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EF484-15C2-0F55-6A28-5CCF5BB0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C33EDC78-2EFD-90D3-0F72-AB3E40FFA665}"/>
              </a:ext>
            </a:extLst>
          </p:cNvPr>
          <p:cNvGrpSpPr/>
          <p:nvPr/>
        </p:nvGrpSpPr>
        <p:grpSpPr>
          <a:xfrm>
            <a:off x="687005" y="1546674"/>
            <a:ext cx="7450236" cy="3764653"/>
            <a:chOff x="1176528" y="1869948"/>
            <a:chExt cx="7450236" cy="3764653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DD87E0F-6B81-E68A-E6B4-F38B8697EBCC}"/>
                </a:ext>
              </a:extLst>
            </p:cNvPr>
            <p:cNvSpPr txBox="1"/>
            <p:nvPr/>
          </p:nvSpPr>
          <p:spPr>
            <a:xfrm>
              <a:off x="1176528" y="1869948"/>
              <a:ext cx="7450236" cy="311810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es-MX" sz="10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Transforma</a:t>
              </a:r>
            </a:p>
            <a:p>
              <a:pPr algn="l"/>
              <a:r>
                <a:rPr lang="es-MX" sz="10000" b="1" dirty="0">
                  <a:solidFill>
                    <a:srgbClr val="0AC2F3"/>
                  </a:solidFill>
                  <a:latin typeface="Century Gothic" panose="020B0502020202020204" pitchFamily="34" charset="0"/>
                </a:rPr>
                <a:t>Optimiza </a:t>
              </a:r>
            </a:p>
            <a:p>
              <a:pPr algn="l"/>
              <a:r>
                <a:rPr lang="es-MX" sz="10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Lidera</a:t>
              </a:r>
              <a:r>
                <a:rPr lang="es-MX" sz="100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 </a:t>
              </a:r>
            </a:p>
          </p:txBody>
        </p:sp>
        <p:pic>
          <p:nvPicPr>
            <p:cNvPr id="5" name="Gráfico 1">
              <a:extLst>
                <a:ext uri="{FF2B5EF4-FFF2-40B4-BE49-F238E27FC236}">
                  <a16:creationId xmlns:a16="http://schemas.microsoft.com/office/drawing/2014/main" id="{0FD6DA88-BD0F-32C1-121D-76584FAA7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85522" y="4513263"/>
              <a:ext cx="1896404" cy="1121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156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344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CenturyGothic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Alpizar</dc:creator>
  <cp:lastModifiedBy>Francisco Urtaza</cp:lastModifiedBy>
  <cp:revision>24</cp:revision>
  <dcterms:created xsi:type="dcterms:W3CDTF">2025-07-20T05:50:46Z</dcterms:created>
  <dcterms:modified xsi:type="dcterms:W3CDTF">2026-02-20T03:47:56Z</dcterms:modified>
</cp:coreProperties>
</file>