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2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Proyectos</c:v>
                </c:pt>
              </c:strCache>
            </c:strRef>
          </c:tx>
          <c:spPr>
            <a:solidFill>
              <a:srgbClr val="46C2C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398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Manufactura</c:v>
                </c:pt>
                <c:pt idx="1">
                  <c:v>Retail / POS</c:v>
                </c:pt>
                <c:pt idx="2">
                  <c:v>E-Commerce</c:v>
                </c:pt>
                <c:pt idx="3">
                  <c:v>Total empresas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15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D8-4E4B-B57C-06D8247C08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C1A5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Eficiencia operativa</c:v>
                </c:pt>
              </c:strCache>
            </c:strRef>
          </c:tx>
          <c:spPr>
            <a:ln w="38100" cap="flat">
              <a:solidFill>
                <a:srgbClr val="46C2C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6C2CE"/>
              </a:solidFill>
              <a:ln w="9525" cap="flat">
                <a:solidFill>
                  <a:srgbClr val="46C2C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Mes 1</c:v>
                </c:pt>
                <c:pt idx="1">
                  <c:v>Mes 2</c:v>
                </c:pt>
                <c:pt idx="2">
                  <c:v>Mes 3</c:v>
                </c:pt>
                <c:pt idx="3">
                  <c:v>Mes 4</c:v>
                </c:pt>
                <c:pt idx="4">
                  <c:v>Mes 5</c:v>
                </c:pt>
                <c:pt idx="5">
                  <c:v>Mes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45</c:v>
                </c:pt>
                <c:pt idx="2">
                  <c:v>58</c:v>
                </c:pt>
                <c:pt idx="3">
                  <c:v>68</c:v>
                </c:pt>
                <c:pt idx="4">
                  <c:v>78</c:v>
                </c:pt>
                <c:pt idx="5">
                  <c:v>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492-4D01-929A-3DA06C26C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4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6398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657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C1A56"/>
          </a:solidFill>
          <a:ln w="12700">
            <a:solidFill>
              <a:srgbClr val="2C1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394960" y="0"/>
            <a:ext cx="457200" cy="51435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</a:rPr>
              <a:t>PARTNER OFICIAL ODOO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tu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 Odoo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ERP para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 y Retail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5"/>
                </a:solidFill>
              </a:rPr>
              <a:t>Implementaciones personalizadas · Acompañamiento en sitio · Resultados en 3-6 meses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6C2CE"/>
                </a:solidFill>
              </a:rPr>
              <a:t>✓ Partner oficial Odoo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6C2CE"/>
                </a:solidFill>
              </a:rPr>
              <a:t>✓ Soporte en español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24281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6C2CE"/>
                </a:solidFill>
              </a:rPr>
              <a:t>✓ Implementación garantizada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457200"/>
            <a:ext cx="2743200" cy="1280160"/>
          </a:xfrm>
          <a:prstGeom prst="rect">
            <a:avLst/>
          </a:prstGeom>
          <a:solidFill>
            <a:srgbClr val="7F52A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943600" y="5029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94360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Empresas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transformadas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965960"/>
            <a:ext cx="2743200" cy="1280160"/>
          </a:xfrm>
          <a:prstGeom prst="rect">
            <a:avLst/>
          </a:prstGeom>
          <a:solidFill>
            <a:srgbClr val="7F52A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943600" y="2011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94360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Proyectos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manufactura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474720"/>
            <a:ext cx="2743200" cy="1280160"/>
          </a:xfrm>
          <a:prstGeom prst="rect">
            <a:avLst/>
          </a:prstGeom>
          <a:solidFill>
            <a:srgbClr val="7F52A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943600" y="3520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94360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Tiendas en línea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 operación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4663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6C2CE"/>
                </a:solidFill>
              </a:rPr>
              <a:t>Sunname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Contenido de la Presentación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" cy="4114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C2CE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941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El reto de manufactura y retail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411480" cy="4114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C2CE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007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Soluciones Odoo por industria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411480" cy="4114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C2CE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4597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Módulos disponibles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411480" cy="4114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57200" y="3191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C2CE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Nuestros servicios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411480" cy="4114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C2CE"/>
                </a:solidFill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Proceso de implementación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411480" cy="41148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93776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941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¿Por qué Sunname?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673352"/>
            <a:ext cx="411480" cy="41148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93776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1700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Cifras y resultados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432304"/>
            <a:ext cx="411480" cy="41148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937760" y="2432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4597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Testimonios de clientes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3191256"/>
            <a:ext cx="411480" cy="41148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937760" y="3191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218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Próximos pasos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El reto de la industria hoy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❌  Sistemas desconectados entre producción, ventas e inventario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822960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❌  Falta de visibilidad en tiempo real sobre el estado de la operación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14016"/>
            <a:ext cx="822960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" y="245973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❌  Procesos manuales que generan errores, retrasos y costos ocultos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63824"/>
            <a:ext cx="822960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" y="320954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❌  Dificultad para controlar múltiples tiendas o líneas de producción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13632"/>
            <a:ext cx="822960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❌  Datos dispersos que imposibilitan decisiones estratégicas rápidas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57200" y="4544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✓  Odoo unifica todo en una sola plataforma — la solución que tu empresa necesita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¿Qué es Odoo?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C2CE"/>
                </a:solidFill>
              </a:rPr>
              <a:t>La plataforma ERP más completa, flexible y accesible del mundo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" cy="13716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C2CE"/>
                </a:solidFill>
              </a:rPr>
              <a:t>Suite completa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Más de 30 módulos integrados: contabilidad, ventas, inventario, manufactura, RRHH y más.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931920" cy="137160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64008" cy="13716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7492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C2CE"/>
                </a:solidFill>
              </a:rPr>
              <a:t>100% personalizable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Adapta cada proceso a tu operación real. Sin compromisos con flujos genéricos.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64008" cy="13716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C2CE"/>
                </a:solidFill>
              </a:rPr>
              <a:t>En la nube o local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383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Disponible como SaaS o instalación on-premise según tus necesidades y seguridad.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3931920" cy="137160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64008" cy="13716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07492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C2CE"/>
                </a:solidFill>
              </a:rPr>
              <a:t>Asequible y escalable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383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Crece con tu empresa. Empieza con los módulos que necesitas y expande cuando quieras.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Soluciones ERP diseñadas para tu industria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Entendemos los retos específicos de manufactura y retail.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Por eso configuramos Odoo exactamente como lo necesitas.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31089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45720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🏭  MANUFACTURA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›  Órdenes de producción automatizadas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›  Planeación MRP optimizada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›  Trazabilidad de lotes y series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›  Costeo real por producto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›  Reportes de eficiencia en tiempo real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4023360" cy="310896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4023360" cy="45720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🛍️  RETAIL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D8FF"/>
                </a:solidFill>
              </a:rPr>
              <a:t>›  POS integrado con inventario en tiempo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D8FF"/>
                </a:solidFill>
              </a:rPr>
              <a:t>›  E-commerce conectado al ERP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D8FF"/>
                </a:solidFill>
              </a:rPr>
              <a:t>›  Control multi-tienda centralizado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D8FF"/>
                </a:solidFill>
              </a:rPr>
              <a:t>›  Promociones y programas de lealtad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D8FF"/>
                </a:solidFill>
              </a:rPr>
              <a:t>›  Gestión omnicanal simplificada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2560320"/>
            <a:ext cx="548640" cy="4114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297680" y="2560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3980"/>
                </a:solidFill>
              </a:rPr>
              <a:t>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Odoo para Manufactura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52A0"/>
                </a:solidFill>
              </a:rPr>
              <a:t>Controla tu producción de principio a fin con visibilidad completa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10789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64008" cy="107899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Órdenes de Producción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Control total desde solicitud hasta entrega. Automatización de órdenes de trabajo con seguimiento en tiempo real.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10789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64008" cy="107899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074920" y="13716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Planeación MRP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62763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Optimiza inventario y reduce desperdicios. Calcula automáticamente qué, cuánto y cuándo producir.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114800" cy="10789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64008" cy="107899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Gestión de Inventario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81635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Control de materias primas, productos en proceso y terminados. Alertas automáticas de reabastecimiento.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514600"/>
            <a:ext cx="4114800" cy="10789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64008" cy="107899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074920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Trazabilidad Total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281635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Rastreo completo de lotes y series desde materia prima hasta el cliente final.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114800" cy="10789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64008" cy="107899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Costeo por Producto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00507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Costo real por orden de trabajo. Análisis de rentabilidad por producto, línea y turno.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703320"/>
            <a:ext cx="4114800" cy="107899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846320" y="3703320"/>
            <a:ext cx="64008" cy="107899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074920" y="37490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Reportes de Eficiencia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400507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Métricas en tiempo real por máquina, turno y operador. Identifica cuellos de botella al instante.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Módulos Clave para Manufactura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173736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Fabricación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Gestión de órdenes de producción y procesos de fabricación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651760" cy="173736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29184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MRP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Planificación de requerimientos de materiales automática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51760" cy="173736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Inventario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Control total de almacenes, lotes y movimientos de stock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51760" cy="173736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Compras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Gestión de proveedores, solicitudes y órdenes de compra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651760" cy="173736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29184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Calidad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Control de calidad en cada etapa del proceso productivo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651760" cy="173736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12648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Contabilidad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Costeo real, facturación y estados financieros integrados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Odoo para Retail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52A0"/>
                </a:solidFill>
              </a:rPr>
              <a:t>Unifica todas tus tiendas físicas, en línea y distribuidores en una sola plataforma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1078992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64008" cy="107899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52A0"/>
                </a:solidFill>
              </a:rPr>
              <a:t>Punto de Venta (POS)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POS integrado con inventario en tiempo real. Funciona offline y se sincroniza automáticamente.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1078992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64008" cy="107899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074920" y="13716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52A0"/>
                </a:solidFill>
              </a:rPr>
              <a:t>E-Commerce Integrado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62763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Tienda en línea conectada directamente al ERP. Cada venta actualiza stock, contabilidad y logística.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114800" cy="1078992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64008" cy="107899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52A0"/>
                </a:solidFill>
              </a:rPr>
              <a:t>Control Multi-Tienda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81635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Visibilidad centralizada de todas las sucursales. Traslados entre tiendas y reportes consolidados.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514600"/>
            <a:ext cx="4114800" cy="1078992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64008" cy="107899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074920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52A0"/>
                </a:solidFill>
              </a:rPr>
              <a:t>Programas de Lealtad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281635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Promociones automáticas personalizadas, descuentos por segmento y puntos de lealtad.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114800" cy="1078992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64008" cy="107899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52A0"/>
                </a:solidFill>
              </a:rPr>
              <a:t>Gestión Omnicanal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00507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Unifica canales físicos y digitales. El cliente puede comprar en línea y recoger en tienda.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703320"/>
            <a:ext cx="4114800" cy="1078992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846320" y="3703320"/>
            <a:ext cx="64008" cy="107899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074920" y="37490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52A0"/>
                </a:solidFill>
              </a:rPr>
              <a:t>Reportes Detallados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400507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Análisis por sucursal, vendedor y producto. Identifica tus mejores y peores productos.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F5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Módulos Clave para Retail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17373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Punto de Venta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POS completo integrado con stock e inventario en tiempo real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651760" cy="17373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29184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🛍️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E-Commerce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Tienda en línea nativa o integración con plataformas externas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51760" cy="17373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Inventario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Sincronización automática entre canales físicos y digitales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51760" cy="17373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Ventas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Gestión de cotizaciones, pedidos y pipeline comercial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651760" cy="17373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29184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CRM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Relación con clientes, seguimiento de leads y fidelización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651760" cy="17373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12648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Marketing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F0"/>
                </a:solidFill>
              </a:rPr>
              <a:t>Campañas automatizadas, email marketing y segmentación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Solución Integrada: Manufactura + Retail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4155"/>
                </a:solidFill>
              </a:rPr>
              <a:t>¿Tu empresa fabrica Y vende directamente? Controla todo desde un solo sistema.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5448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Materia Prima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4630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C2CE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84248" y="1371600"/>
            <a:ext cx="1554480" cy="73152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984248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14630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C2CE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94176" y="1371600"/>
            <a:ext cx="1554480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694176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Inventario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02936" y="14630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C2CE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04104" y="1371600"/>
            <a:ext cx="1554480" cy="73152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404104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 / E-Commerce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12864" y="14630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C2CE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14032" y="1371600"/>
            <a:ext cx="155448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114032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Cliente Final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331720"/>
            <a:ext cx="2194560" cy="82296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474720" y="23317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</a:rPr>
              <a:t>TODO CONECTADO EN ODOO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237744"/>
          </a:xfrm>
          <a:prstGeom prst="rect">
            <a:avLst/>
          </a:prstGeom>
          <a:solidFill>
            <a:srgbClr val="F0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31520" y="333756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Visibilidad total de la cadena de valor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31520" y="361188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Reducción de errores por datos duplicados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237744"/>
          </a:xfrm>
          <a:prstGeom prst="rect">
            <a:avLst/>
          </a:prstGeom>
          <a:solidFill>
            <a:srgbClr val="F0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Toma de decisiones con información en tiempo real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31520" y="41605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Menor costo de operación y sistemas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237744"/>
          </a:xfrm>
          <a:prstGeom prst="rect">
            <a:avLst/>
          </a:prstGeom>
          <a:solidFill>
            <a:srgbClr val="F0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Escalabilidad sin cambiar de plataforma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Todos tus procesos en una sola plataforma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C2CE"/>
                </a:solidFill>
              </a:rPr>
              <a:t>Deja de usar múltiples sistemas. Con Odoo, integras operaciones, finanzas, ventas e inventario desde un solo lugar.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Contabilidad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55648" y="109728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801368" y="111556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Información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91256" y="109728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236976" y="111556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Firma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864" y="109728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72584" y="111556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62472" y="109728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108192" y="111556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Studio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109728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543800" y="111556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Suscripciones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65760" y="198424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Punto de venta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196596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801368" y="198424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Conversaciones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91256" y="196596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236976" y="198424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Documentos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196596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672584" y="198424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Proyecto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62472" y="196596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108192" y="198424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Planificación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196596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7543800" y="198424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Servicio de asistencia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65760" y="285292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Sitio web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55648" y="283464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1801368" y="285292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Marketing social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91256" y="283464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236976" y="285292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Marketing por emailing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26864" y="283464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4672584" y="285292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Compra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62472" y="283464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6108192" y="285292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Inventario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98080" y="283464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7543800" y="285292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Fabricación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70332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365760" y="372160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MRP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755648" y="370332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1801368" y="372160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Calidad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91256" y="370332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3236976" y="372160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Ventas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26864" y="3703320"/>
            <a:ext cx="1325880" cy="71323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4672584" y="3721608"/>
            <a:ext cx="1234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Recursos Humanos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Cómo te ayudamos a implementar Odoo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Más que un software: un proyecto de transformación con acompañamiento completo de principio a fin.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Implementación ERP completa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Configuramos Odoo adaptado a tus procesos reales. Levantamiento en sitio, capacitación y arranque supervisado.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Desarrollos personalizados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1762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Creamos módulos y personalizaciones exactas para que el sistema se ajuste a ti, no al revés.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03504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Estrategia y procesos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1762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Optimizamos tu operación antes de implementar. Diagnóstico, mapeo y rediseño de flujos.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65760" y="3081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Tienda en línea al ERP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679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E-commerce integrado: cada venta actualiza stock, contabilidad y logística automáticamente.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200400" y="3081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Soporte técnico continuo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8679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Pólizas mensuales flexibles. Atención vía WhatsApp, correo y videollamada.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035040" y="3081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26480" y="3474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Marketing automatizado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8679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Campañas automáticas desde tu ERP. Recupera clientes y aumenta ventas con correos inteligentes.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Servicio: Implementación ERP Completa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Instalamos y configuramos Odoo adaptado a tus procesos reales de manufactura o retail.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92608" cy="2926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4813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Levantamiento de procesos en tu planta/tienda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92608" cy="2926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9842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Configuración personalizada por industria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292608" cy="2926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4871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Capacitación práctica a usuarios clave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292608" cy="2926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9900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Acompañamiento en arranque productivo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292608" cy="2926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4930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Soporte 2 meses post-implementación incluido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292608" cy="2926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6576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9959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Migración de datos históricos asistida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804672"/>
            <a:ext cx="2834640" cy="384048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035040" y="896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980"/>
                </a:solidFill>
              </a:rPr>
              <a:t>Garantías del servicio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417320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172200" y="143560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980"/>
                </a:solidFill>
              </a:rPr>
              <a:t>📍  Acompañamiento en sitio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2194560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172200" y="221284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980"/>
                </a:solidFill>
              </a:rPr>
              <a:t>🛡️  Garantía 2 meses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980"/>
                </a:solidFill>
              </a:rPr>
              <a:t>post-arranque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172200" y="299008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980"/>
                </a:solidFill>
              </a:rPr>
              <a:t>⚡  Proyectos de 3-6 meses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3749040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172200" y="376732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980"/>
                </a:solidFill>
              </a:rPr>
              <a:t>📞  Soporte durante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980"/>
                </a:solidFill>
              </a:rPr>
              <a:t>toda la implementación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Servicio: Desarrollos Personalizados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C2CE"/>
                </a:solidFill>
              </a:rPr>
              <a:t>+100 desarrollos personalizados entregados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0D8F0"/>
                </a:solidFill>
              </a:rPr>
              <a:t>¿Odoo no cubre el 100% de tu operación? Lo desarrollamos.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6479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</a:rPr>
              <a:t>Módulos específicos: 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764792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Flujos únicos de tu operación convertidos en módulos nativos de Odoo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8229600" cy="548640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48640" y="2386584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386584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</a:rPr>
              <a:t>Reportes y dashboards: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86584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Tableros personalizados con los KPIs que tu equipo directivo necesita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48640" y="3008376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00837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</a:rPr>
              <a:t>Integraciones: 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008376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Conectamos Odoo con Contpaq, SAT, e-commerce, bancos y más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8229600" cy="548640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48640" y="363016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630168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</a:rPr>
              <a:t>Automatizaciones: 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630168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Elimina tareas manuales repetitivas con flujos automáticos configurados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25196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</a:rPr>
              <a:t>Sin límites: 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4251960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Si lo necesitas, lo creamos. Somos tu equipo de desarrollo Odoo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Servicios Adicionales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🛒  Tienda en Línea al ERP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Desarrollo de tienda Odoo o integración externa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Sincronización automática de inventario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Carga masiva de productos (web scraping)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Pasarelas de pago integradas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Gestión unificada de pedidos físicos y online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846320" y="914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🔧  Soporte Técnico Continuo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Pólizas mensuales flexibles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Atención vía WhatsApp, correo y videollamada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Actualizaciones y mejoras continuas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Respaldo de base de datos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Garantía post-implementación incluida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16052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02920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980"/>
                </a:solidFill>
              </a:rPr>
              <a:t>Respuesta garantizada en menos de 2 horas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F5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Marketing Automatizado desde tu ERP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C2CE"/>
                </a:solidFill>
              </a:rPr>
              <a:t>Conecta tu base de clientes con campañas automáticas que realmente venden.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5087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🎯  Segmentación inteligente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Segmenta desde tu base de datos Odoo: por historial de compras, comportamiento o categoría de cliente.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4023360" cy="15087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🤖  Campañas automatizadas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Dispara correos automáticos por comportamiento: carritos abandonados, cumpleaños, inactividad.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023360" cy="15087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📊  Seguimiento de resultados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Analiza apertura, clics y conversiones de cada campaña desde el mismo ERP.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108960"/>
            <a:ext cx="4023360" cy="150876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🔗  Integración nativa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Usa el módulo de email marketing de Odoo o conecta con plataformas externas (Mailchimp, etc.).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Clara,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Sorpresas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6C2CE"/>
                </a:solidFill>
              </a:rPr>
              <a:t>En 4 pasos llevamos tu operación de procesos manuales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6C2CE"/>
                </a:solidFill>
              </a:rPr>
              <a:t>a un ERP totalmente funcional.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1463040" cy="914400"/>
          </a:xfrm>
          <a:prstGeom prst="ellipse">
            <a:avLst/>
          </a:prstGeom>
          <a:solidFill>
            <a:srgbClr val="7F52A0"/>
          </a:solidFill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6C2CE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Demo 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6C2CE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3017520"/>
            <a:ext cx="1463040" cy="914400"/>
          </a:xfrm>
          <a:prstGeom prst="ellipse">
            <a:avLst/>
          </a:prstGeom>
          <a:solidFill>
            <a:srgbClr val="7F52A0"/>
          </a:solidFill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834640" y="30175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6C2CE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Propuesta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personalizada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6C2CE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1463040" cy="914400"/>
          </a:xfrm>
          <a:prstGeom prst="ellipse">
            <a:avLst/>
          </a:prstGeom>
          <a:solidFill>
            <a:srgbClr val="7F52A0"/>
          </a:solidFill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6C2CE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Análisis 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configuración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6C2C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75120" y="3017520"/>
            <a:ext cx="1463040" cy="914400"/>
          </a:xfrm>
          <a:prstGeom prst="ellipse">
            <a:avLst/>
          </a:prstGeom>
          <a:solidFill>
            <a:srgbClr val="7F52A0"/>
          </a:solidFill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675120" y="30175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6C2CE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Implementación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y arranque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6C2CE"/>
                </a:solidFill>
              </a:rPr>
              <a:t>Duración total del proyecto: 3 a 6 meses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512064" cy="512064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980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Demo y Diagnóstico Inicial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Duración estimada: 1-2 semanas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85800" y="13898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Videollamada o visita en sitio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71907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Nos reunimos en tu planta u oficina para entender tu operación actual de primera mano.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64008" cy="14173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074920" y="13898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Diagnóstico de procesos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71907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Analizamos tus flujos actuales: producción, ventas, inventario y administración.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64008" cy="14173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85800" y="29443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Demo en vivo personalizada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7355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Te mostramos en vivo cómo Odoo resuelve tus necesidades específicas de manufactura o retail.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846320" y="2880360"/>
            <a:ext cx="64008" cy="14173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074920" y="29443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</a:rPr>
              <a:t>Identificación de oportunidades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327355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Detectamos las áreas con mayor potencial de mejora e impacto en tu operación.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512064" cy="512064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980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Propuesta Personalizada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</a:rPr>
              <a:t>Duración estimada: 1 semana  |  Todo transparente, sin letra chica ni sorpresas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Te entregamos una propuesta detallada y documentada con todo lo que necesitas saber: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023360" cy="1280160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52A0"/>
                </a:solidFill>
              </a:rPr>
              <a:t>📋  Módulos necesarios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Listado detallado de los módulos de Odoo recomendados para tu operación específica.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280160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937760" y="1801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52A0"/>
                </a:solidFill>
              </a:rPr>
              <a:t>🔨  Personalizaciones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Desarrollos adicionales identificados durante el diagnóstico para cubrir procesos únicos.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023360" cy="1280160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4864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52A0"/>
                </a:solidFill>
              </a:rPr>
              <a:t>📅  Cronograma realista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Plan de trabajo con fases, hitos claros y fechas comprometidas de entrega.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4023360" cy="1280160"/>
          </a:xfrm>
          <a:prstGeom prst="rect">
            <a:avLst/>
          </a:prstGeom>
          <a:solidFill>
            <a:srgbClr val="F3EFF9"/>
          </a:solidFill>
          <a:ln w="12700">
            <a:solidFill>
              <a:srgbClr val="D0C0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93776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52A0"/>
                </a:solidFill>
              </a:rPr>
              <a:t>💲  Inversión desglosada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Costo total detallado por etapa: licencias, implementación, desarrollos y soporte.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Pasos 3 y 4: Análisis, Configuración e Implementación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5029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384048" cy="384048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Análisis y Configuración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Duración: 4-8 semanas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64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Sesiones de trabajo conjunto para levantar procesos a detalle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Configuración en ambiente de pruebas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535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Validación con usuarios clave antes de producción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Ajustes iterativos hasta aprobación final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114800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4800600" y="932688"/>
            <a:ext cx="384048" cy="384048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800600" y="932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868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Implementación y Arranque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Duración: 4-12 semanas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764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Capacitación del equipo en el sistema configurado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3591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Migración segura de datos históricos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9535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Arranque en productivo supervisado en sitio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5478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›  Soporte prioritario las primeras semanas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más de 60 empresas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eligen Sunname?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C2CE"/>
                </a:solidFill>
              </a:rPr>
              <a:t>Experiencia comprobada, soporte real y compromiso con tu éxito.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1737360" cy="137160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Implementaciones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presenciales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2743200"/>
            <a:ext cx="1737360" cy="137160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83464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34640" y="34290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Desarrollos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personalizados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1737360" cy="137160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34290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Tiempo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respuesta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743200"/>
            <a:ext cx="1737360" cy="137160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675120" y="27889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34290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Equipo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 México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Nuestros Diferenciadores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</a:rPr>
              <a:t>📍  Acompañamiento en sitio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743200" cy="20116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</a:rPr>
              <a:t>+60 implementaciones presenciales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No hacemos implementaciones remotas genéricas. Vamos a tu planta o tienda, entendemos tu operación real y configuramos Odoo viendo cómo trabajas hoy. Levantamiento presencial, capacitación en tu espacio de trabajo y arranque supervisado en sitio.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2336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</a:rPr>
              <a:t>⚙️  Desarrollos sin límites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280160"/>
            <a:ext cx="2743200" cy="20116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</a:rPr>
              <a:t>+100 desarrollos personalizados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¿Necesitas algo que Odoo no hace por defecto? Lo desarrollamos. Desde reportes personalizados hasta módulos completos adaptados a tu operación. Integraciones con sistemas existentes y automatizaciones únicas.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2336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</a:rPr>
              <a:t>🎓  Partner oficial certificado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20116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</a:rPr>
              <a:t>Certificación oficial Learning Partner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Somos Odoo Learning Partner con amplia experiencia en implementaciones. Garantizamos las mejores prácticas oficiales y soporte respaldado por Odoo. Acceso a actualizaciones anticipadas y soporte técnico prioritario.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</a:rPr>
              <a:t>🇲🇽  Soporte en español, en tu zona horaria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246120"/>
            <a:ext cx="2743200" cy="20116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93776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</a:rPr>
              <a:t>Respuesta en menos de 2 horas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Equipo 100% en México. Atención inmediata por WhatsApp, videollamada o en sitio. Sin esperas, sin barreras de idioma o husos horarios.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Garantías que te dan tranquilidad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6C2CE"/>
                </a:solidFill>
              </a:rPr>
              <a:t>"En Sunname no vendemos software, entregamos soluciones que funcionan."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141732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🏠  Visita en tu empresa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Levantamiento presencial en tu planta, tienda u oficinas. Entendemos cómo trabajas antes de configurar nada.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3931920" cy="141732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029200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📞  15-30 días de soporte incluido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56616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Acompañamiento post-implementación sin costo adicional. Resolución de dudas, ajustes y capacitación extra.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141732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40080" y="31729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⚡  Proyectos de 3-6 meses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56616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Implementaciones ágiles, no proyectos eternos. Cronograma realista con hitos claros en cada etapa.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108960"/>
            <a:ext cx="3931920" cy="141732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0" y="31729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🎯  Inversión justificada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356616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Propuesta transparente con ROI claro. Sabes exactamente qué pagas y qué obtienes en cada fase.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que nos impulsa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1920240" cy="256032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54203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Empresas transformadas con Odoo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1920240" cy="256032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4231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14600" y="254203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Proyectos de manufactura en operación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1051560"/>
            <a:ext cx="1920240" cy="256032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2628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🛍️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2628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17720" y="254203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Tiendas en línea vendiendo hoy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29400" y="1051560"/>
            <a:ext cx="1920240" cy="2560320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62940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2940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720840" y="254203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Sistemas POS en operación</a:t>
            </a:r>
            <a:endParaRPr lang="en-US" sz="10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" y="3749040"/>
          <a:ext cx="82296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Testimonios de Clientes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Empresas reales, resultados reales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1097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80160" y="1371600"/>
            <a:ext cx="685800" cy="6858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RG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6C2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La implementación de Sunname ha ayudado a resolver muchas de nuestras necesidades, mejorar los procesos y abrirnos nuevas oportunidades de negocio. La consultora siempre estuvo atenta y resolvió todo oportunamente.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</a:rPr>
              <a:t>Rebeca Gómez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79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Gerente de Ventas, Ediciones El Naranjo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697480" cy="1097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206240" y="1371600"/>
            <a:ext cx="685800" cy="6858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20624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LT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6C2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83280" y="242316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Gracias a Sunname, logramos hacer más eficientes nuestros procesos internos y fortalecer el compromiso del equipo. Esta transformación ha tenido un impacto muy positivo en nuestras operaciones diarias.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4041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</a:rPr>
              <a:t>Laura Torres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279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CEO, Tienda Nova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123444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172200" y="1234440"/>
            <a:ext cx="2697480" cy="1097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132320" y="1371600"/>
            <a:ext cx="685800" cy="6858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13232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C2CE"/>
                </a:solidFill>
              </a:rPr>
              <a:t>JL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6C2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309360" y="242316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La personalización y el acompañamiento cercano durante todo el proceso fueron clave para alcanzar los objetivos. Su atención a los detalles y comprensión de nuestras necesidades marcaron la diferencia.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4041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</a:rPr>
              <a:t>Javier López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4279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Gerente IT, Logística Express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Antes y Después de Implementar Odoo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ANTES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4297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</a:rPr>
              <a:t>✗  Múltiples sistemas desconectados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83664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02920" y="19110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</a:rPr>
              <a:t>✗  Inventario desactualizado o duplicado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023360" cy="4297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</a:rPr>
              <a:t>✗  Reportes manuales en Excel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02920" y="28986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</a:rPr>
              <a:t>✗  Sin visibilidad de producción en tiempo real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4023360" cy="4297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" y="33924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</a:rPr>
              <a:t>✗  Pérdida de ventas por falta de stock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3030"/>
                </a:solidFill>
              </a:rPr>
              <a:t>✗  Errores humanos costosos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84632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</a:rPr>
              <a:t>✅  CON ODOO + SUNNAME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389888"/>
            <a:ext cx="4023360" cy="429768"/>
          </a:xfrm>
          <a:prstGeom prst="rect">
            <a:avLst/>
          </a:prstGeom>
          <a:solidFill>
            <a:srgbClr val="F0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89204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6B4A"/>
                </a:solidFill>
              </a:rPr>
              <a:t>✓  Un solo sistema integrado y en tiempo real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883664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892040" y="19110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6B4A"/>
                </a:solidFill>
              </a:rPr>
              <a:t>✓  Inventario sincronizado en todos los canales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023360" cy="429768"/>
          </a:xfrm>
          <a:prstGeom prst="rect">
            <a:avLst/>
          </a:prstGeom>
          <a:solidFill>
            <a:srgbClr val="F0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892040" y="2404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6B4A"/>
                </a:solidFill>
              </a:rPr>
              <a:t>✓  Dashboards automáticos e inteligentes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871216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892040" y="28986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6B4A"/>
                </a:solidFill>
              </a:rPr>
              <a:t>✓  Control total de producción en vivo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364992"/>
            <a:ext cx="4023360" cy="429768"/>
          </a:xfrm>
          <a:prstGeom prst="rect">
            <a:avLst/>
          </a:prstGeom>
          <a:solidFill>
            <a:srgbClr val="F0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892040" y="33924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6B4A"/>
                </a:solidFill>
              </a:rPr>
              <a:t>✓  Alertas automáticas de reabastecimiento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858768"/>
            <a:ext cx="4023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489204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6B4A"/>
                </a:solidFill>
              </a:rPr>
              <a:t>✓  Procesos automatizados sin errores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Retorno de Inversión con Odoo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C2CE"/>
                </a:solidFill>
              </a:rPr>
              <a:t>¿Cuánto puede ahorrar tu empresa?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201168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Reducción de tiempo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 procesos operativos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25880"/>
            <a:ext cx="1920240" cy="201168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Disminución de errores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humanos en registros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1920240" cy="201168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210312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Optimización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 inventario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325880"/>
            <a:ext cx="1920240" cy="2011680"/>
          </a:xfrm>
          <a:prstGeom prst="rect">
            <a:avLst/>
          </a:prstGeom>
          <a:solidFill>
            <a:srgbClr val="7F52A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766560" y="13716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2-3x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210312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Mayor velocidad 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generación de reportes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3474720"/>
          <a:ext cx="82296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6C2CE"/>
                </a:solidFill>
              </a:rPr>
              <a:t>Sunname Technologies  |  Partner Oficial Odoo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¿Listo para transformar tu empresa?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C2CE"/>
                </a:solidFill>
              </a:rPr>
              <a:t>Estos son los próximos pasos para arrancar tu proyecto Odoo: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955280" cy="62179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475488" cy="475488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642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Agenda una demo gratuita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6642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C2CE"/>
                </a:solidFill>
              </a:rPr>
              <a:t>30 minutos · Sin compromiso · Personalizada para tu industria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7955280" cy="62179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Recibe tu diagnóstico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C2CE"/>
                </a:solidFill>
              </a:rPr>
              <a:t>Visitamos tu empresa y analizamos tu operación actual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7955280" cy="62179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475488" cy="475488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48640" y="30906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09067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Propuesta en 1 semana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30906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C2CE"/>
                </a:solidFill>
              </a:rPr>
              <a:t>Módulos, cronograma, personalizaciones e inversión detallada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9896"/>
            <a:ext cx="7955280" cy="621792"/>
          </a:xfrm>
          <a:prstGeom prst="rect">
            <a:avLst/>
          </a:prstGeom>
          <a:solidFill>
            <a:srgbClr val="7F52A0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48640" y="3803904"/>
            <a:ext cx="475488" cy="475488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48640" y="3803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80390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Arrancamos tu proyecto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38039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C2CE"/>
                </a:solidFill>
              </a:rPr>
              <a:t>Implementación acompañada con garantía de éxito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57200" y="4544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980"/>
                </a:solidFill>
              </a:rPr>
              <a:t>📱 +52 1 771 101 4687  |  📧 contacto@sunname.com.mx  |  🌐 sunname.com.mx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 Technologies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5D5F5"/>
                </a:solidFill>
              </a:rPr>
              <a:t>Partner Oficial Odoo · Especialistas en Manufactura y Retail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298448"/>
            <a:ext cx="2743200" cy="3657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📍  Zimapán, Hidalgo, México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0116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📱  +52 1 771 101 4687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51460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📧  contacto@sunname.com.mx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301752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🌐  www.sunname.com.mx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3584448"/>
            <a:ext cx="2743200" cy="3657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C2CE"/>
                </a:solidFill>
              </a:rPr>
              <a:t>¿Quieres ser nuestro próximo caso de éxito?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0" y="4251960"/>
            <a:ext cx="4572000" cy="5486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2286000" y="4251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980"/>
                </a:solidFill>
              </a:rPr>
              <a:t>📅  Agendar Demo Gratuita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6C2CE"/>
                </a:solidFill>
              </a:rPr>
              <a:t>Sin compromiso · 30 minutos · Personalizada para tu industria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2598</Words>
  <Application>Microsoft Office PowerPoint</Application>
  <PresentationFormat>Presentación en pantalla (16:9)</PresentationFormat>
  <Paragraphs>495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OdooExperts - Sunname Technologies</dc:title>
  <dc:subject>PptxGenJS Presentation</dc:subject>
  <dc:creator>PptxGenJS</dc:creator>
  <cp:lastModifiedBy>Eduardo Acevedo Garcia</cp:lastModifiedBy>
  <cp:revision>1</cp:revision>
  <dcterms:created xsi:type="dcterms:W3CDTF">2026-02-19T15:29:42Z</dcterms:created>
  <dcterms:modified xsi:type="dcterms:W3CDTF">2026-02-19T16:46:24Z</dcterms:modified>
</cp:coreProperties>
</file>